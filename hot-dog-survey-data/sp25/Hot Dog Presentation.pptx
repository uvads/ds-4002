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671A6-8C65-4937-73C3-8A1E5595C4C5}" v="405" dt="2026-01-23T16:25:49.383"/>
    <p1510:client id="{686823A8-F9B5-3EBA-43F9-64E9B1C4CEDA}" v="147" dt="2026-01-23T16:20:34.714"/>
    <p1510:client id="{A6EC7034-29DD-67F5-959C-29D956CDDFDA}" v="205" dt="2026-01-23T16:19:47.221"/>
    <p1510:client id="{D87242B3-6F0C-EC9C-8416-93E25A45B39B}" v="337" dt="2026-01-23T16:24:26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8B7152-1B2C-486C-9164-9D8FD9C13701}" type="doc">
      <dgm:prSet loTypeId="urn:microsoft.com/office/officeart/2005/8/layout/vProcess5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E0E3F6DF-9415-41DD-90F8-1732B63C4D2E}">
      <dgm:prSet/>
      <dgm:spPr/>
      <dgm:t>
        <a:bodyPr/>
        <a:lstStyle/>
        <a:p>
          <a:r>
            <a:rPr lang="en-US"/>
            <a:t>Created exploratory charts to demonstrate the total number of yes and no responses</a:t>
          </a:r>
        </a:p>
      </dgm:t>
    </dgm:pt>
    <dgm:pt modelId="{16173146-7974-4E3F-9D57-226462517557}" type="parTrans" cxnId="{07DF0B8E-4693-448C-A1DE-F25683D9C5AD}">
      <dgm:prSet/>
      <dgm:spPr/>
      <dgm:t>
        <a:bodyPr/>
        <a:lstStyle/>
        <a:p>
          <a:endParaRPr lang="en-US"/>
        </a:p>
      </dgm:t>
    </dgm:pt>
    <dgm:pt modelId="{5A1DE85C-BE16-4E26-B536-B89FD0FD8861}" type="sibTrans" cxnId="{07DF0B8E-4693-448C-A1DE-F25683D9C5AD}">
      <dgm:prSet/>
      <dgm:spPr/>
      <dgm:t>
        <a:bodyPr/>
        <a:lstStyle/>
        <a:p>
          <a:endParaRPr lang="en-US"/>
        </a:p>
      </dgm:t>
    </dgm:pt>
    <dgm:pt modelId="{2BB56972-0945-48B7-A422-3F750CC62C0E}">
      <dgm:prSet/>
      <dgm:spPr/>
      <dgm:t>
        <a:bodyPr/>
        <a:lstStyle/>
        <a:p>
          <a:r>
            <a:rPr lang="en-US"/>
            <a:t>Look further into the number of yes or no responses based on the students’ class year</a:t>
          </a:r>
        </a:p>
      </dgm:t>
    </dgm:pt>
    <dgm:pt modelId="{744D5210-5865-46C3-AA16-B1E233D5E6C3}" type="parTrans" cxnId="{BF2DFFCC-476D-46A8-B41E-C12FAECD1634}">
      <dgm:prSet/>
      <dgm:spPr/>
      <dgm:t>
        <a:bodyPr/>
        <a:lstStyle/>
        <a:p>
          <a:endParaRPr lang="en-US"/>
        </a:p>
      </dgm:t>
    </dgm:pt>
    <dgm:pt modelId="{FE989652-8E66-41F1-A132-8B2073100FC5}" type="sibTrans" cxnId="{BF2DFFCC-476D-46A8-B41E-C12FAECD1634}">
      <dgm:prSet/>
      <dgm:spPr/>
      <dgm:t>
        <a:bodyPr/>
        <a:lstStyle/>
        <a:p>
          <a:endParaRPr lang="en-US"/>
        </a:p>
      </dgm:t>
    </dgm:pt>
    <dgm:pt modelId="{238CD3B9-08F7-4D48-860A-C893698CAED5}">
      <dgm:prSet/>
      <dgm:spPr/>
      <dgm:t>
        <a:bodyPr/>
        <a:lstStyle/>
        <a:p>
          <a:r>
            <a:rPr lang="en-US"/>
            <a:t>Look at the percentage of yes responses by class year</a:t>
          </a:r>
        </a:p>
      </dgm:t>
    </dgm:pt>
    <dgm:pt modelId="{5C6BDFFD-C1B7-4D38-8E7F-78AC77B26786}" type="parTrans" cxnId="{F163E0E5-C50C-4503-AE19-793B15F887A3}">
      <dgm:prSet/>
      <dgm:spPr/>
      <dgm:t>
        <a:bodyPr/>
        <a:lstStyle/>
        <a:p>
          <a:endParaRPr lang="en-US"/>
        </a:p>
      </dgm:t>
    </dgm:pt>
    <dgm:pt modelId="{6D1F61E8-E5E5-409F-A6A7-AE7A3801B645}" type="sibTrans" cxnId="{F163E0E5-C50C-4503-AE19-793B15F887A3}">
      <dgm:prSet/>
      <dgm:spPr/>
      <dgm:t>
        <a:bodyPr/>
        <a:lstStyle/>
        <a:p>
          <a:endParaRPr lang="en-US"/>
        </a:p>
      </dgm:t>
    </dgm:pt>
    <dgm:pt modelId="{AAB348D4-A5BD-48AB-8DF1-2FC122CCEE95}" type="pres">
      <dgm:prSet presAssocID="{2A8B7152-1B2C-486C-9164-9D8FD9C13701}" presName="outerComposite" presStyleCnt="0">
        <dgm:presLayoutVars>
          <dgm:chMax val="5"/>
          <dgm:dir/>
          <dgm:resizeHandles val="exact"/>
        </dgm:presLayoutVars>
      </dgm:prSet>
      <dgm:spPr/>
    </dgm:pt>
    <dgm:pt modelId="{B514EFD5-B711-4494-831E-BFD97AB4713C}" type="pres">
      <dgm:prSet presAssocID="{2A8B7152-1B2C-486C-9164-9D8FD9C13701}" presName="dummyMaxCanvas" presStyleCnt="0">
        <dgm:presLayoutVars/>
      </dgm:prSet>
      <dgm:spPr/>
    </dgm:pt>
    <dgm:pt modelId="{073CCDCB-D18F-437F-83AA-D1FB38B21F54}" type="pres">
      <dgm:prSet presAssocID="{2A8B7152-1B2C-486C-9164-9D8FD9C13701}" presName="ThreeNodes_1" presStyleLbl="node1" presStyleIdx="0" presStyleCnt="3">
        <dgm:presLayoutVars>
          <dgm:bulletEnabled val="1"/>
        </dgm:presLayoutVars>
      </dgm:prSet>
      <dgm:spPr/>
    </dgm:pt>
    <dgm:pt modelId="{3F5FFB17-8793-4908-A75D-840EF3D5E38E}" type="pres">
      <dgm:prSet presAssocID="{2A8B7152-1B2C-486C-9164-9D8FD9C13701}" presName="ThreeNodes_2" presStyleLbl="node1" presStyleIdx="1" presStyleCnt="3">
        <dgm:presLayoutVars>
          <dgm:bulletEnabled val="1"/>
        </dgm:presLayoutVars>
      </dgm:prSet>
      <dgm:spPr/>
    </dgm:pt>
    <dgm:pt modelId="{772F5D65-E533-4A7B-BB34-2717DD394A80}" type="pres">
      <dgm:prSet presAssocID="{2A8B7152-1B2C-486C-9164-9D8FD9C13701}" presName="ThreeNodes_3" presStyleLbl="node1" presStyleIdx="2" presStyleCnt="3">
        <dgm:presLayoutVars>
          <dgm:bulletEnabled val="1"/>
        </dgm:presLayoutVars>
      </dgm:prSet>
      <dgm:spPr/>
    </dgm:pt>
    <dgm:pt modelId="{FEAF725E-B85B-46AD-8CAD-9B878F51BF88}" type="pres">
      <dgm:prSet presAssocID="{2A8B7152-1B2C-486C-9164-9D8FD9C13701}" presName="ThreeConn_1-2" presStyleLbl="fgAccFollowNode1" presStyleIdx="0" presStyleCnt="2">
        <dgm:presLayoutVars>
          <dgm:bulletEnabled val="1"/>
        </dgm:presLayoutVars>
      </dgm:prSet>
      <dgm:spPr/>
    </dgm:pt>
    <dgm:pt modelId="{CA78C1A2-F383-45D7-8CED-478928532652}" type="pres">
      <dgm:prSet presAssocID="{2A8B7152-1B2C-486C-9164-9D8FD9C13701}" presName="ThreeConn_2-3" presStyleLbl="fgAccFollowNode1" presStyleIdx="1" presStyleCnt="2">
        <dgm:presLayoutVars>
          <dgm:bulletEnabled val="1"/>
        </dgm:presLayoutVars>
      </dgm:prSet>
      <dgm:spPr/>
    </dgm:pt>
    <dgm:pt modelId="{2E93EAF5-3AA1-43C6-88B3-546471FD6117}" type="pres">
      <dgm:prSet presAssocID="{2A8B7152-1B2C-486C-9164-9D8FD9C13701}" presName="ThreeNodes_1_text" presStyleLbl="node1" presStyleIdx="2" presStyleCnt="3">
        <dgm:presLayoutVars>
          <dgm:bulletEnabled val="1"/>
        </dgm:presLayoutVars>
      </dgm:prSet>
      <dgm:spPr/>
    </dgm:pt>
    <dgm:pt modelId="{E6BB856E-E3B5-4013-9111-1F98C493F199}" type="pres">
      <dgm:prSet presAssocID="{2A8B7152-1B2C-486C-9164-9D8FD9C13701}" presName="ThreeNodes_2_text" presStyleLbl="node1" presStyleIdx="2" presStyleCnt="3">
        <dgm:presLayoutVars>
          <dgm:bulletEnabled val="1"/>
        </dgm:presLayoutVars>
      </dgm:prSet>
      <dgm:spPr/>
    </dgm:pt>
    <dgm:pt modelId="{049EA353-D88C-4A6B-8AD7-6A8A5FDF191F}" type="pres">
      <dgm:prSet presAssocID="{2A8B7152-1B2C-486C-9164-9D8FD9C1370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34F0E2E-EF18-4BF2-BC1B-D0F6BD15F328}" type="presOf" srcId="{E0E3F6DF-9415-41DD-90F8-1732B63C4D2E}" destId="{073CCDCB-D18F-437F-83AA-D1FB38B21F54}" srcOrd="0" destOrd="0" presId="urn:microsoft.com/office/officeart/2005/8/layout/vProcess5"/>
    <dgm:cxn modelId="{0EBCC734-DB67-4687-88D4-0841005AEC18}" type="presOf" srcId="{FE989652-8E66-41F1-A132-8B2073100FC5}" destId="{CA78C1A2-F383-45D7-8CED-478928532652}" srcOrd="0" destOrd="0" presId="urn:microsoft.com/office/officeart/2005/8/layout/vProcess5"/>
    <dgm:cxn modelId="{D1C3D95F-1663-4425-BC01-63552C320BD0}" type="presOf" srcId="{5A1DE85C-BE16-4E26-B536-B89FD0FD8861}" destId="{FEAF725E-B85B-46AD-8CAD-9B878F51BF88}" srcOrd="0" destOrd="0" presId="urn:microsoft.com/office/officeart/2005/8/layout/vProcess5"/>
    <dgm:cxn modelId="{52CA546D-D4D8-4906-935B-FFB153822C5F}" type="presOf" srcId="{E0E3F6DF-9415-41DD-90F8-1732B63C4D2E}" destId="{2E93EAF5-3AA1-43C6-88B3-546471FD6117}" srcOrd="1" destOrd="0" presId="urn:microsoft.com/office/officeart/2005/8/layout/vProcess5"/>
    <dgm:cxn modelId="{D0B8ED83-6B7F-431E-AD89-64C86BC2201A}" type="presOf" srcId="{2BB56972-0945-48B7-A422-3F750CC62C0E}" destId="{3F5FFB17-8793-4908-A75D-840EF3D5E38E}" srcOrd="0" destOrd="0" presId="urn:microsoft.com/office/officeart/2005/8/layout/vProcess5"/>
    <dgm:cxn modelId="{07DF0B8E-4693-448C-A1DE-F25683D9C5AD}" srcId="{2A8B7152-1B2C-486C-9164-9D8FD9C13701}" destId="{E0E3F6DF-9415-41DD-90F8-1732B63C4D2E}" srcOrd="0" destOrd="0" parTransId="{16173146-7974-4E3F-9D57-226462517557}" sibTransId="{5A1DE85C-BE16-4E26-B536-B89FD0FD8861}"/>
    <dgm:cxn modelId="{D811318F-A843-45ED-9B96-1142108FF963}" type="presOf" srcId="{2A8B7152-1B2C-486C-9164-9D8FD9C13701}" destId="{AAB348D4-A5BD-48AB-8DF1-2FC122CCEE95}" srcOrd="0" destOrd="0" presId="urn:microsoft.com/office/officeart/2005/8/layout/vProcess5"/>
    <dgm:cxn modelId="{27E154A2-9DF6-43FF-94BF-B68B965D1E3C}" type="presOf" srcId="{2BB56972-0945-48B7-A422-3F750CC62C0E}" destId="{E6BB856E-E3B5-4013-9111-1F98C493F199}" srcOrd="1" destOrd="0" presId="urn:microsoft.com/office/officeart/2005/8/layout/vProcess5"/>
    <dgm:cxn modelId="{BF2DFFCC-476D-46A8-B41E-C12FAECD1634}" srcId="{2A8B7152-1B2C-486C-9164-9D8FD9C13701}" destId="{2BB56972-0945-48B7-A422-3F750CC62C0E}" srcOrd="1" destOrd="0" parTransId="{744D5210-5865-46C3-AA16-B1E233D5E6C3}" sibTransId="{FE989652-8E66-41F1-A132-8B2073100FC5}"/>
    <dgm:cxn modelId="{F163E0E5-C50C-4503-AE19-793B15F887A3}" srcId="{2A8B7152-1B2C-486C-9164-9D8FD9C13701}" destId="{238CD3B9-08F7-4D48-860A-C893698CAED5}" srcOrd="2" destOrd="0" parTransId="{5C6BDFFD-C1B7-4D38-8E7F-78AC77B26786}" sibTransId="{6D1F61E8-E5E5-409F-A6A7-AE7A3801B645}"/>
    <dgm:cxn modelId="{25A86FF6-92DC-4EE1-82ED-593A230C2764}" type="presOf" srcId="{238CD3B9-08F7-4D48-860A-C893698CAED5}" destId="{772F5D65-E533-4A7B-BB34-2717DD394A80}" srcOrd="0" destOrd="0" presId="urn:microsoft.com/office/officeart/2005/8/layout/vProcess5"/>
    <dgm:cxn modelId="{253521FF-3103-4D19-AFED-0A03716547A7}" type="presOf" srcId="{238CD3B9-08F7-4D48-860A-C893698CAED5}" destId="{049EA353-D88C-4A6B-8AD7-6A8A5FDF191F}" srcOrd="1" destOrd="0" presId="urn:microsoft.com/office/officeart/2005/8/layout/vProcess5"/>
    <dgm:cxn modelId="{EC3B150B-21A7-4B70-9FE4-4ADCE8AB3492}" type="presParOf" srcId="{AAB348D4-A5BD-48AB-8DF1-2FC122CCEE95}" destId="{B514EFD5-B711-4494-831E-BFD97AB4713C}" srcOrd="0" destOrd="0" presId="urn:microsoft.com/office/officeart/2005/8/layout/vProcess5"/>
    <dgm:cxn modelId="{1B61D3F1-2317-4B96-A07E-4C1D1229023C}" type="presParOf" srcId="{AAB348D4-A5BD-48AB-8DF1-2FC122CCEE95}" destId="{073CCDCB-D18F-437F-83AA-D1FB38B21F54}" srcOrd="1" destOrd="0" presId="urn:microsoft.com/office/officeart/2005/8/layout/vProcess5"/>
    <dgm:cxn modelId="{402E65D0-F4E4-4A00-9EC4-62926E1E7CFE}" type="presParOf" srcId="{AAB348D4-A5BD-48AB-8DF1-2FC122CCEE95}" destId="{3F5FFB17-8793-4908-A75D-840EF3D5E38E}" srcOrd="2" destOrd="0" presId="urn:microsoft.com/office/officeart/2005/8/layout/vProcess5"/>
    <dgm:cxn modelId="{BAF9AF43-3E46-4198-B883-A8C89AB7CF45}" type="presParOf" srcId="{AAB348D4-A5BD-48AB-8DF1-2FC122CCEE95}" destId="{772F5D65-E533-4A7B-BB34-2717DD394A80}" srcOrd="3" destOrd="0" presId="urn:microsoft.com/office/officeart/2005/8/layout/vProcess5"/>
    <dgm:cxn modelId="{8EB5B5CD-EE3C-4D10-8CED-87D9D160D322}" type="presParOf" srcId="{AAB348D4-A5BD-48AB-8DF1-2FC122CCEE95}" destId="{FEAF725E-B85B-46AD-8CAD-9B878F51BF88}" srcOrd="4" destOrd="0" presId="urn:microsoft.com/office/officeart/2005/8/layout/vProcess5"/>
    <dgm:cxn modelId="{8FEA709B-2A96-4381-8B8C-091EDC4617B6}" type="presParOf" srcId="{AAB348D4-A5BD-48AB-8DF1-2FC122CCEE95}" destId="{CA78C1A2-F383-45D7-8CED-478928532652}" srcOrd="5" destOrd="0" presId="urn:microsoft.com/office/officeart/2005/8/layout/vProcess5"/>
    <dgm:cxn modelId="{403CB53B-D1D6-47FE-8BC3-0FD5167BC95F}" type="presParOf" srcId="{AAB348D4-A5BD-48AB-8DF1-2FC122CCEE95}" destId="{2E93EAF5-3AA1-43C6-88B3-546471FD6117}" srcOrd="6" destOrd="0" presId="urn:microsoft.com/office/officeart/2005/8/layout/vProcess5"/>
    <dgm:cxn modelId="{1524C755-82FA-4F74-96BD-7E5986A03DDD}" type="presParOf" srcId="{AAB348D4-A5BD-48AB-8DF1-2FC122CCEE95}" destId="{E6BB856E-E3B5-4013-9111-1F98C493F199}" srcOrd="7" destOrd="0" presId="urn:microsoft.com/office/officeart/2005/8/layout/vProcess5"/>
    <dgm:cxn modelId="{40BA2822-F247-4105-A2AB-CE9419D892D3}" type="presParOf" srcId="{AAB348D4-A5BD-48AB-8DF1-2FC122CCEE95}" destId="{049EA353-D88C-4A6B-8AD7-6A8A5FDF191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487B8D-9AC5-4E02-B178-52494507E2F0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ADB3FA-5BAB-40E0-A465-80363E1DE8A8}">
      <dgm:prSet/>
      <dgm:spPr/>
      <dgm:t>
        <a:bodyPr/>
        <a:lstStyle/>
        <a:p>
          <a:r>
            <a:rPr lang="en-US"/>
            <a:t>Year Representation: </a:t>
          </a:r>
        </a:p>
      </dgm:t>
    </dgm:pt>
    <dgm:pt modelId="{641C3F24-9DCE-44F2-9A60-20816015B672}" type="parTrans" cxnId="{00C086F6-0C9A-4DF7-B6BA-0C979E68530A}">
      <dgm:prSet/>
      <dgm:spPr/>
      <dgm:t>
        <a:bodyPr/>
        <a:lstStyle/>
        <a:p>
          <a:endParaRPr lang="en-US"/>
        </a:p>
      </dgm:t>
    </dgm:pt>
    <dgm:pt modelId="{1DE2DE63-8051-4C26-B075-00969FE65FE8}" type="sibTrans" cxnId="{00C086F6-0C9A-4DF7-B6BA-0C979E68530A}">
      <dgm:prSet/>
      <dgm:spPr/>
      <dgm:t>
        <a:bodyPr/>
        <a:lstStyle/>
        <a:p>
          <a:endParaRPr lang="en-US"/>
        </a:p>
      </dgm:t>
    </dgm:pt>
    <dgm:pt modelId="{D27B454B-3FB4-4C50-9AA3-CE950AE6043D}">
      <dgm:prSet/>
      <dgm:spPr/>
      <dgm:t>
        <a:bodyPr/>
        <a:lstStyle/>
        <a:p>
          <a:r>
            <a:rPr lang="en-US"/>
            <a:t>1st: 0 students (0.0%) </a:t>
          </a:r>
        </a:p>
      </dgm:t>
    </dgm:pt>
    <dgm:pt modelId="{23E7049A-5D16-4C5F-9F92-204030C6AACC}" type="parTrans" cxnId="{894199B6-DDFA-4EF4-BC90-47AC2AD5E66A}">
      <dgm:prSet/>
      <dgm:spPr/>
      <dgm:t>
        <a:bodyPr/>
        <a:lstStyle/>
        <a:p>
          <a:endParaRPr lang="en-US"/>
        </a:p>
      </dgm:t>
    </dgm:pt>
    <dgm:pt modelId="{815C22A7-1F47-448D-B944-F1CFFF6C69B3}" type="sibTrans" cxnId="{894199B6-DDFA-4EF4-BC90-47AC2AD5E66A}">
      <dgm:prSet/>
      <dgm:spPr/>
      <dgm:t>
        <a:bodyPr/>
        <a:lstStyle/>
        <a:p>
          <a:endParaRPr lang="en-US"/>
        </a:p>
      </dgm:t>
    </dgm:pt>
    <dgm:pt modelId="{E7B15527-8BFD-4276-A0B4-0A054FF7DC9A}">
      <dgm:prSet/>
      <dgm:spPr/>
      <dgm:t>
        <a:bodyPr/>
        <a:lstStyle/>
        <a:p>
          <a:r>
            <a:rPr lang="en-US"/>
            <a:t>2nd: 11 students (14.5%) </a:t>
          </a:r>
        </a:p>
      </dgm:t>
    </dgm:pt>
    <dgm:pt modelId="{F61EED84-0185-4941-B8A4-6AF3E3F0C32B}" type="parTrans" cxnId="{2D6F468C-8D8C-4514-BC83-8D8B55AFC302}">
      <dgm:prSet/>
      <dgm:spPr/>
      <dgm:t>
        <a:bodyPr/>
        <a:lstStyle/>
        <a:p>
          <a:endParaRPr lang="en-US"/>
        </a:p>
      </dgm:t>
    </dgm:pt>
    <dgm:pt modelId="{15BBC291-35D4-4F09-AE51-C78DDC3F5BCA}" type="sibTrans" cxnId="{2D6F468C-8D8C-4514-BC83-8D8B55AFC302}">
      <dgm:prSet/>
      <dgm:spPr/>
      <dgm:t>
        <a:bodyPr/>
        <a:lstStyle/>
        <a:p>
          <a:endParaRPr lang="en-US"/>
        </a:p>
      </dgm:t>
    </dgm:pt>
    <dgm:pt modelId="{966F7A80-10D1-41EF-BBE0-6AB017B868A7}">
      <dgm:prSet/>
      <dgm:spPr/>
      <dgm:t>
        <a:bodyPr/>
        <a:lstStyle/>
        <a:p>
          <a:r>
            <a:rPr lang="en-US"/>
            <a:t>3rd: 10 students (13.2%) </a:t>
          </a:r>
        </a:p>
      </dgm:t>
    </dgm:pt>
    <dgm:pt modelId="{AE900B17-2200-4B81-867D-E67C507EEB02}" type="parTrans" cxnId="{3740D26F-F3A6-4301-80B4-D670CD491359}">
      <dgm:prSet/>
      <dgm:spPr/>
      <dgm:t>
        <a:bodyPr/>
        <a:lstStyle/>
        <a:p>
          <a:endParaRPr lang="en-US"/>
        </a:p>
      </dgm:t>
    </dgm:pt>
    <dgm:pt modelId="{B8754784-6846-429F-92B0-4FCD24749EE4}" type="sibTrans" cxnId="{3740D26F-F3A6-4301-80B4-D670CD491359}">
      <dgm:prSet/>
      <dgm:spPr/>
      <dgm:t>
        <a:bodyPr/>
        <a:lstStyle/>
        <a:p>
          <a:endParaRPr lang="en-US"/>
        </a:p>
      </dgm:t>
    </dgm:pt>
    <dgm:pt modelId="{9E99481E-73F6-4023-AA7E-9EDDA2807408}">
      <dgm:prSet/>
      <dgm:spPr/>
      <dgm:t>
        <a:bodyPr/>
        <a:lstStyle/>
        <a:p>
          <a:r>
            <a:rPr lang="en-US"/>
            <a:t>4th: 55 students (72.4%) </a:t>
          </a:r>
        </a:p>
      </dgm:t>
    </dgm:pt>
    <dgm:pt modelId="{D1101F04-85B2-4FBE-B4E6-FFD6CD575212}" type="parTrans" cxnId="{422DDB06-2FEA-4CA8-8864-16AD453989EB}">
      <dgm:prSet/>
      <dgm:spPr/>
      <dgm:t>
        <a:bodyPr/>
        <a:lstStyle/>
        <a:p>
          <a:endParaRPr lang="en-US"/>
        </a:p>
      </dgm:t>
    </dgm:pt>
    <dgm:pt modelId="{B620EC7E-AAAA-4AD8-859A-5C1C5E4FBFE5}" type="sibTrans" cxnId="{422DDB06-2FEA-4CA8-8864-16AD453989EB}">
      <dgm:prSet/>
      <dgm:spPr/>
      <dgm:t>
        <a:bodyPr/>
        <a:lstStyle/>
        <a:p>
          <a:endParaRPr lang="en-US"/>
        </a:p>
      </dgm:t>
    </dgm:pt>
    <dgm:pt modelId="{030F02B9-C928-4A4D-8587-ED7F252444F5}">
      <dgm:prSet/>
      <dgm:spPr/>
      <dgm:t>
        <a:bodyPr/>
        <a:lstStyle/>
        <a:p>
          <a:r>
            <a:rPr lang="en-US"/>
            <a:t>Opinion by  Year: </a:t>
          </a:r>
        </a:p>
      </dgm:t>
    </dgm:pt>
    <dgm:pt modelId="{28193273-A529-4A38-B4C9-BD65CC56339A}" type="parTrans" cxnId="{665DA37E-D620-4E06-89FA-E6FCFD3AF870}">
      <dgm:prSet/>
      <dgm:spPr/>
      <dgm:t>
        <a:bodyPr/>
        <a:lstStyle/>
        <a:p>
          <a:endParaRPr lang="en-US"/>
        </a:p>
      </dgm:t>
    </dgm:pt>
    <dgm:pt modelId="{BF73CC93-4D9E-477A-BA57-D1B5A167193D}" type="sibTrans" cxnId="{665DA37E-D620-4E06-89FA-E6FCFD3AF870}">
      <dgm:prSet/>
      <dgm:spPr/>
      <dgm:t>
        <a:bodyPr/>
        <a:lstStyle/>
        <a:p>
          <a:endParaRPr lang="en-US"/>
        </a:p>
      </dgm:t>
    </dgm:pt>
    <dgm:pt modelId="{F450BC27-D9AF-4808-9B2B-16B39CEA3A51}">
      <dgm:prSet/>
      <dgm:spPr/>
      <dgm:t>
        <a:bodyPr/>
        <a:lstStyle/>
        <a:p>
          <a:r>
            <a:rPr lang="en-US"/>
            <a:t>2nd: 9.1% say  Yes </a:t>
          </a:r>
        </a:p>
      </dgm:t>
    </dgm:pt>
    <dgm:pt modelId="{D07B746D-B6F3-4E9D-880D-FBEE35FB5387}" type="parTrans" cxnId="{91EB30E5-AD23-43A6-A8CB-DE1A37CFC486}">
      <dgm:prSet/>
      <dgm:spPr/>
      <dgm:t>
        <a:bodyPr/>
        <a:lstStyle/>
        <a:p>
          <a:endParaRPr lang="en-US"/>
        </a:p>
      </dgm:t>
    </dgm:pt>
    <dgm:pt modelId="{474DEC3D-E8B0-4C44-9EE3-5EF5722ED788}" type="sibTrans" cxnId="{91EB30E5-AD23-43A6-A8CB-DE1A37CFC486}">
      <dgm:prSet/>
      <dgm:spPr/>
      <dgm:t>
        <a:bodyPr/>
        <a:lstStyle/>
        <a:p>
          <a:endParaRPr lang="en-US"/>
        </a:p>
      </dgm:t>
    </dgm:pt>
    <dgm:pt modelId="{DEB8B651-7826-4171-A752-B65C2EB8D008}">
      <dgm:prSet/>
      <dgm:spPr/>
      <dgm:t>
        <a:bodyPr/>
        <a:lstStyle/>
        <a:p>
          <a:r>
            <a:rPr lang="en-US"/>
            <a:t>3rd: 20.0% say  Yes </a:t>
          </a:r>
        </a:p>
      </dgm:t>
    </dgm:pt>
    <dgm:pt modelId="{7EEFD6FD-14FA-4325-AB5C-B38A0C138EAA}" type="parTrans" cxnId="{66ECBEF8-7453-46CD-BE43-7718D377B9B1}">
      <dgm:prSet/>
      <dgm:spPr/>
      <dgm:t>
        <a:bodyPr/>
        <a:lstStyle/>
        <a:p>
          <a:endParaRPr lang="en-US"/>
        </a:p>
      </dgm:t>
    </dgm:pt>
    <dgm:pt modelId="{48B0FA3C-C9AC-4662-A86D-0D1ED0B710FF}" type="sibTrans" cxnId="{66ECBEF8-7453-46CD-BE43-7718D377B9B1}">
      <dgm:prSet/>
      <dgm:spPr/>
      <dgm:t>
        <a:bodyPr/>
        <a:lstStyle/>
        <a:p>
          <a:endParaRPr lang="en-US"/>
        </a:p>
      </dgm:t>
    </dgm:pt>
    <dgm:pt modelId="{A4B574D3-C083-47A8-8EA4-74B76FA9A0C8}">
      <dgm:prSet/>
      <dgm:spPr/>
      <dgm:t>
        <a:bodyPr/>
        <a:lstStyle/>
        <a:p>
          <a:r>
            <a:rPr lang="en-US"/>
            <a:t>4th: 27.3% say  Yes </a:t>
          </a:r>
        </a:p>
      </dgm:t>
    </dgm:pt>
    <dgm:pt modelId="{189023D1-FB1A-45A5-AEFF-B7631B329888}" type="parTrans" cxnId="{659B77FB-5AAE-45BC-8B20-595828E68049}">
      <dgm:prSet/>
      <dgm:spPr/>
      <dgm:t>
        <a:bodyPr/>
        <a:lstStyle/>
        <a:p>
          <a:endParaRPr lang="en-US"/>
        </a:p>
      </dgm:t>
    </dgm:pt>
    <dgm:pt modelId="{8BC56E72-874A-4F67-9604-C7925FF84E2F}" type="sibTrans" cxnId="{659B77FB-5AAE-45BC-8B20-595828E68049}">
      <dgm:prSet/>
      <dgm:spPr/>
      <dgm:t>
        <a:bodyPr/>
        <a:lstStyle/>
        <a:p>
          <a:endParaRPr lang="en-US"/>
        </a:p>
      </dgm:t>
    </dgm:pt>
    <dgm:pt modelId="{DC644BA7-2F14-4F72-BC4B-C79CCAF4E173}">
      <dgm:prSet/>
      <dgm:spPr/>
      <dgm:t>
        <a:bodyPr/>
        <a:lstStyle/>
        <a:p>
          <a:r>
            <a:rPr lang="en-US"/>
            <a:t>Out of 76 UVA students: </a:t>
          </a:r>
        </a:p>
      </dgm:t>
    </dgm:pt>
    <dgm:pt modelId="{3D2CCE3F-34A3-4A46-8AAB-1E127372642C}" type="parTrans" cxnId="{C23CD915-FD2C-4323-9F14-17AE3280E1B7}">
      <dgm:prSet/>
      <dgm:spPr/>
      <dgm:t>
        <a:bodyPr/>
        <a:lstStyle/>
        <a:p>
          <a:endParaRPr lang="en-US"/>
        </a:p>
      </dgm:t>
    </dgm:pt>
    <dgm:pt modelId="{81CCF6D1-28C3-4AB0-85E9-63AFB7F48EF1}" type="sibTrans" cxnId="{C23CD915-FD2C-4323-9F14-17AE3280E1B7}">
      <dgm:prSet/>
      <dgm:spPr/>
      <dgm:t>
        <a:bodyPr/>
        <a:lstStyle/>
        <a:p>
          <a:endParaRPr lang="en-US"/>
        </a:p>
      </dgm:t>
    </dgm:pt>
    <dgm:pt modelId="{6EB4D788-1BC2-4F44-AAD5-BDC0F42797DC}">
      <dgm:prSet/>
      <dgm:spPr/>
      <dgm:t>
        <a:bodyPr/>
        <a:lstStyle/>
        <a:p>
          <a:r>
            <a:rPr lang="en-US"/>
            <a:t>18 say  YES (23.7%)  - hot dog IS a sandwich </a:t>
          </a:r>
        </a:p>
      </dgm:t>
    </dgm:pt>
    <dgm:pt modelId="{C1B9A314-146B-4885-95F5-8829947EDB71}" type="parTrans" cxnId="{5785DF19-E062-404C-8390-B272D7AC5964}">
      <dgm:prSet/>
      <dgm:spPr/>
      <dgm:t>
        <a:bodyPr/>
        <a:lstStyle/>
        <a:p>
          <a:endParaRPr lang="en-US"/>
        </a:p>
      </dgm:t>
    </dgm:pt>
    <dgm:pt modelId="{CF48BFA8-FBC0-48D9-8E83-B7C0275C5816}" type="sibTrans" cxnId="{5785DF19-E062-404C-8390-B272D7AC5964}">
      <dgm:prSet/>
      <dgm:spPr/>
      <dgm:t>
        <a:bodyPr/>
        <a:lstStyle/>
        <a:p>
          <a:endParaRPr lang="en-US"/>
        </a:p>
      </dgm:t>
    </dgm:pt>
    <dgm:pt modelId="{A0E7DF32-B23C-4A78-8D86-0CEE7C54AF18}">
      <dgm:prSet/>
      <dgm:spPr/>
      <dgm:t>
        <a:bodyPr/>
        <a:lstStyle/>
        <a:p>
          <a:r>
            <a:rPr lang="en-US"/>
            <a:t>58 say NO (76.3%) - hot dog IS NOT a sandwich</a:t>
          </a:r>
        </a:p>
      </dgm:t>
    </dgm:pt>
    <dgm:pt modelId="{B7320122-FEB3-4D58-B80C-2AE9FA07E1F6}" type="parTrans" cxnId="{3FF314A8-9EBF-4AEE-8064-CEEFF5927EBF}">
      <dgm:prSet/>
      <dgm:spPr/>
      <dgm:t>
        <a:bodyPr/>
        <a:lstStyle/>
        <a:p>
          <a:endParaRPr lang="en-US"/>
        </a:p>
      </dgm:t>
    </dgm:pt>
    <dgm:pt modelId="{85BFB810-8A49-4BBF-94A9-080C651C7973}" type="sibTrans" cxnId="{3FF314A8-9EBF-4AEE-8064-CEEFF5927EBF}">
      <dgm:prSet/>
      <dgm:spPr/>
      <dgm:t>
        <a:bodyPr/>
        <a:lstStyle/>
        <a:p>
          <a:endParaRPr lang="en-US"/>
        </a:p>
      </dgm:t>
    </dgm:pt>
    <dgm:pt modelId="{EAF4709E-D761-4A9E-99A6-B75EC2BD980C}" type="pres">
      <dgm:prSet presAssocID="{F4487B8D-9AC5-4E02-B178-52494507E2F0}" presName="Name0" presStyleCnt="0">
        <dgm:presLayoutVars>
          <dgm:dir/>
          <dgm:animLvl val="lvl"/>
          <dgm:resizeHandles val="exact"/>
        </dgm:presLayoutVars>
      </dgm:prSet>
      <dgm:spPr/>
    </dgm:pt>
    <dgm:pt modelId="{8F111F22-78EB-43CE-94CC-AC8743FD433A}" type="pres">
      <dgm:prSet presAssocID="{C0ADB3FA-5BAB-40E0-A465-80363E1DE8A8}" presName="composite" presStyleCnt="0"/>
      <dgm:spPr/>
    </dgm:pt>
    <dgm:pt modelId="{5A3871C9-66C7-4B92-9452-38C9436BCE00}" type="pres">
      <dgm:prSet presAssocID="{C0ADB3FA-5BAB-40E0-A465-80363E1DE8A8}" presName="parTx" presStyleLbl="alignNode1" presStyleIdx="0" presStyleCnt="3">
        <dgm:presLayoutVars>
          <dgm:chMax val="0"/>
          <dgm:chPref val="0"/>
        </dgm:presLayoutVars>
      </dgm:prSet>
      <dgm:spPr/>
    </dgm:pt>
    <dgm:pt modelId="{31C3B238-40FB-465E-9B27-AA036D62B90E}" type="pres">
      <dgm:prSet presAssocID="{C0ADB3FA-5BAB-40E0-A465-80363E1DE8A8}" presName="desTx" presStyleLbl="alignAccFollowNode1" presStyleIdx="0" presStyleCnt="3">
        <dgm:presLayoutVars/>
      </dgm:prSet>
      <dgm:spPr/>
    </dgm:pt>
    <dgm:pt modelId="{0B4040B6-D77A-467A-A718-034883136706}" type="pres">
      <dgm:prSet presAssocID="{1DE2DE63-8051-4C26-B075-00969FE65FE8}" presName="space" presStyleCnt="0"/>
      <dgm:spPr/>
    </dgm:pt>
    <dgm:pt modelId="{A8B4257F-6119-41AE-BD8C-753F05EBD1C9}" type="pres">
      <dgm:prSet presAssocID="{030F02B9-C928-4A4D-8587-ED7F252444F5}" presName="composite" presStyleCnt="0"/>
      <dgm:spPr/>
    </dgm:pt>
    <dgm:pt modelId="{93F9B0EE-3D0B-4ED3-ACE1-38DE000923DB}" type="pres">
      <dgm:prSet presAssocID="{030F02B9-C928-4A4D-8587-ED7F252444F5}" presName="parTx" presStyleLbl="alignNode1" presStyleIdx="1" presStyleCnt="3">
        <dgm:presLayoutVars>
          <dgm:chMax val="0"/>
          <dgm:chPref val="0"/>
        </dgm:presLayoutVars>
      </dgm:prSet>
      <dgm:spPr/>
    </dgm:pt>
    <dgm:pt modelId="{E7B6E2F7-2D66-46CE-ACF4-B25F1CFF4874}" type="pres">
      <dgm:prSet presAssocID="{030F02B9-C928-4A4D-8587-ED7F252444F5}" presName="desTx" presStyleLbl="alignAccFollowNode1" presStyleIdx="1" presStyleCnt="3">
        <dgm:presLayoutVars/>
      </dgm:prSet>
      <dgm:spPr/>
    </dgm:pt>
    <dgm:pt modelId="{AA817661-BA6D-465B-A3D6-007DB62D1A7F}" type="pres">
      <dgm:prSet presAssocID="{BF73CC93-4D9E-477A-BA57-D1B5A167193D}" presName="space" presStyleCnt="0"/>
      <dgm:spPr/>
    </dgm:pt>
    <dgm:pt modelId="{57114864-A12F-401E-9A97-601117D095EE}" type="pres">
      <dgm:prSet presAssocID="{DC644BA7-2F14-4F72-BC4B-C79CCAF4E173}" presName="composite" presStyleCnt="0"/>
      <dgm:spPr/>
    </dgm:pt>
    <dgm:pt modelId="{37BA77D4-7449-4A90-9EC5-06808F085B54}" type="pres">
      <dgm:prSet presAssocID="{DC644BA7-2F14-4F72-BC4B-C79CCAF4E173}" presName="parTx" presStyleLbl="alignNode1" presStyleIdx="2" presStyleCnt="3">
        <dgm:presLayoutVars>
          <dgm:chMax val="0"/>
          <dgm:chPref val="0"/>
        </dgm:presLayoutVars>
      </dgm:prSet>
      <dgm:spPr/>
    </dgm:pt>
    <dgm:pt modelId="{4416EBF6-0919-4244-847F-27E52A6E3227}" type="pres">
      <dgm:prSet presAssocID="{DC644BA7-2F14-4F72-BC4B-C79CCAF4E173}" presName="desTx" presStyleLbl="alignAccFollowNode1" presStyleIdx="2" presStyleCnt="3">
        <dgm:presLayoutVars/>
      </dgm:prSet>
      <dgm:spPr/>
    </dgm:pt>
  </dgm:ptLst>
  <dgm:cxnLst>
    <dgm:cxn modelId="{422DDB06-2FEA-4CA8-8864-16AD453989EB}" srcId="{C0ADB3FA-5BAB-40E0-A465-80363E1DE8A8}" destId="{9E99481E-73F6-4023-AA7E-9EDDA2807408}" srcOrd="3" destOrd="0" parTransId="{D1101F04-85B2-4FBE-B4E6-FFD6CD575212}" sibTransId="{B620EC7E-AAAA-4AD8-859A-5C1C5E4FBFE5}"/>
    <dgm:cxn modelId="{C23CD915-FD2C-4323-9F14-17AE3280E1B7}" srcId="{F4487B8D-9AC5-4E02-B178-52494507E2F0}" destId="{DC644BA7-2F14-4F72-BC4B-C79CCAF4E173}" srcOrd="2" destOrd="0" parTransId="{3D2CCE3F-34A3-4A46-8AAB-1E127372642C}" sibTransId="{81CCF6D1-28C3-4AB0-85E9-63AFB7F48EF1}"/>
    <dgm:cxn modelId="{5785DF19-E062-404C-8390-B272D7AC5964}" srcId="{DC644BA7-2F14-4F72-BC4B-C79CCAF4E173}" destId="{6EB4D788-1BC2-4F44-AAD5-BDC0F42797DC}" srcOrd="0" destOrd="0" parTransId="{C1B9A314-146B-4885-95F5-8829947EDB71}" sibTransId="{CF48BFA8-FBC0-48D9-8E83-B7C0275C5816}"/>
    <dgm:cxn modelId="{B33DF822-0451-4C44-9FF8-D0F1B42928A7}" type="presOf" srcId="{F450BC27-D9AF-4808-9B2B-16B39CEA3A51}" destId="{E7B6E2F7-2D66-46CE-ACF4-B25F1CFF4874}" srcOrd="0" destOrd="0" presId="urn:microsoft.com/office/officeart/2016/7/layout/ChevronBlockProcess"/>
    <dgm:cxn modelId="{642FC223-1D61-432C-A727-B6B114D04DCA}" type="presOf" srcId="{6EB4D788-1BC2-4F44-AAD5-BDC0F42797DC}" destId="{4416EBF6-0919-4244-847F-27E52A6E3227}" srcOrd="0" destOrd="0" presId="urn:microsoft.com/office/officeart/2016/7/layout/ChevronBlockProcess"/>
    <dgm:cxn modelId="{2AEBBE33-EEF7-4E04-B106-BDE098B738AD}" type="presOf" srcId="{E7B15527-8BFD-4276-A0B4-0A054FF7DC9A}" destId="{31C3B238-40FB-465E-9B27-AA036D62B90E}" srcOrd="0" destOrd="1" presId="urn:microsoft.com/office/officeart/2016/7/layout/ChevronBlockProcess"/>
    <dgm:cxn modelId="{1DFD1641-6118-46B7-820A-17435DD6ECCE}" type="presOf" srcId="{966F7A80-10D1-41EF-BBE0-6AB017B868A7}" destId="{31C3B238-40FB-465E-9B27-AA036D62B90E}" srcOrd="0" destOrd="2" presId="urn:microsoft.com/office/officeart/2016/7/layout/ChevronBlockProcess"/>
    <dgm:cxn modelId="{6E39574A-4382-425A-97ED-2BED8927E4B7}" type="presOf" srcId="{9E99481E-73F6-4023-AA7E-9EDDA2807408}" destId="{31C3B238-40FB-465E-9B27-AA036D62B90E}" srcOrd="0" destOrd="3" presId="urn:microsoft.com/office/officeart/2016/7/layout/ChevronBlockProcess"/>
    <dgm:cxn modelId="{3740D26F-F3A6-4301-80B4-D670CD491359}" srcId="{C0ADB3FA-5BAB-40E0-A465-80363E1DE8A8}" destId="{966F7A80-10D1-41EF-BBE0-6AB017B868A7}" srcOrd="2" destOrd="0" parTransId="{AE900B17-2200-4B81-867D-E67C507EEB02}" sibTransId="{B8754784-6846-429F-92B0-4FCD24749EE4}"/>
    <dgm:cxn modelId="{2EEF7A57-110B-4347-B772-1C06418A8D0B}" type="presOf" srcId="{DC644BA7-2F14-4F72-BC4B-C79CCAF4E173}" destId="{37BA77D4-7449-4A90-9EC5-06808F085B54}" srcOrd="0" destOrd="0" presId="urn:microsoft.com/office/officeart/2016/7/layout/ChevronBlockProcess"/>
    <dgm:cxn modelId="{665DA37E-D620-4E06-89FA-E6FCFD3AF870}" srcId="{F4487B8D-9AC5-4E02-B178-52494507E2F0}" destId="{030F02B9-C928-4A4D-8587-ED7F252444F5}" srcOrd="1" destOrd="0" parTransId="{28193273-A529-4A38-B4C9-BD65CC56339A}" sibTransId="{BF73CC93-4D9E-477A-BA57-D1B5A167193D}"/>
    <dgm:cxn modelId="{5B58E683-6B2E-4648-A99A-8C350F89B813}" type="presOf" srcId="{F4487B8D-9AC5-4E02-B178-52494507E2F0}" destId="{EAF4709E-D761-4A9E-99A6-B75EC2BD980C}" srcOrd="0" destOrd="0" presId="urn:microsoft.com/office/officeart/2016/7/layout/ChevronBlockProcess"/>
    <dgm:cxn modelId="{2D6F468C-8D8C-4514-BC83-8D8B55AFC302}" srcId="{C0ADB3FA-5BAB-40E0-A465-80363E1DE8A8}" destId="{E7B15527-8BFD-4276-A0B4-0A054FF7DC9A}" srcOrd="1" destOrd="0" parTransId="{F61EED84-0185-4941-B8A4-6AF3E3F0C32B}" sibTransId="{15BBC291-35D4-4F09-AE51-C78DDC3F5BCA}"/>
    <dgm:cxn modelId="{3E01E88E-702A-4B81-A23F-89C50BDEA7C2}" type="presOf" srcId="{D27B454B-3FB4-4C50-9AA3-CE950AE6043D}" destId="{31C3B238-40FB-465E-9B27-AA036D62B90E}" srcOrd="0" destOrd="0" presId="urn:microsoft.com/office/officeart/2016/7/layout/ChevronBlockProcess"/>
    <dgm:cxn modelId="{75432E96-FB0B-4D84-B86E-39202E41011F}" type="presOf" srcId="{C0ADB3FA-5BAB-40E0-A465-80363E1DE8A8}" destId="{5A3871C9-66C7-4B92-9452-38C9436BCE00}" srcOrd="0" destOrd="0" presId="urn:microsoft.com/office/officeart/2016/7/layout/ChevronBlockProcess"/>
    <dgm:cxn modelId="{8A66BEA7-E7FE-4AB3-9D3C-6E492F4B9EEA}" type="presOf" srcId="{030F02B9-C928-4A4D-8587-ED7F252444F5}" destId="{93F9B0EE-3D0B-4ED3-ACE1-38DE000923DB}" srcOrd="0" destOrd="0" presId="urn:microsoft.com/office/officeart/2016/7/layout/ChevronBlockProcess"/>
    <dgm:cxn modelId="{3FF314A8-9EBF-4AEE-8064-CEEFF5927EBF}" srcId="{DC644BA7-2F14-4F72-BC4B-C79CCAF4E173}" destId="{A0E7DF32-B23C-4A78-8D86-0CEE7C54AF18}" srcOrd="1" destOrd="0" parTransId="{B7320122-FEB3-4D58-B80C-2AE9FA07E1F6}" sibTransId="{85BFB810-8A49-4BBF-94A9-080C651C7973}"/>
    <dgm:cxn modelId="{894199B6-DDFA-4EF4-BC90-47AC2AD5E66A}" srcId="{C0ADB3FA-5BAB-40E0-A465-80363E1DE8A8}" destId="{D27B454B-3FB4-4C50-9AA3-CE950AE6043D}" srcOrd="0" destOrd="0" parTransId="{23E7049A-5D16-4C5F-9F92-204030C6AACC}" sibTransId="{815C22A7-1F47-448D-B944-F1CFFF6C69B3}"/>
    <dgm:cxn modelId="{972B74CC-1CEE-4AE1-A5F4-DC191FA2C00E}" type="presOf" srcId="{A4B574D3-C083-47A8-8EA4-74B76FA9A0C8}" destId="{E7B6E2F7-2D66-46CE-ACF4-B25F1CFF4874}" srcOrd="0" destOrd="2" presId="urn:microsoft.com/office/officeart/2016/7/layout/ChevronBlockProcess"/>
    <dgm:cxn modelId="{91EB30E5-AD23-43A6-A8CB-DE1A37CFC486}" srcId="{030F02B9-C928-4A4D-8587-ED7F252444F5}" destId="{F450BC27-D9AF-4808-9B2B-16B39CEA3A51}" srcOrd="0" destOrd="0" parTransId="{D07B746D-B6F3-4E9D-880D-FBEE35FB5387}" sibTransId="{474DEC3D-E8B0-4C44-9EE3-5EF5722ED788}"/>
    <dgm:cxn modelId="{344A16ED-8FB1-4BFA-8982-03C7BF4A63E7}" type="presOf" srcId="{A0E7DF32-B23C-4A78-8D86-0CEE7C54AF18}" destId="{4416EBF6-0919-4244-847F-27E52A6E3227}" srcOrd="0" destOrd="1" presId="urn:microsoft.com/office/officeart/2016/7/layout/ChevronBlockProcess"/>
    <dgm:cxn modelId="{F8364AF5-12CB-49C3-9FD4-FFA3B479171B}" type="presOf" srcId="{DEB8B651-7826-4171-A752-B65C2EB8D008}" destId="{E7B6E2F7-2D66-46CE-ACF4-B25F1CFF4874}" srcOrd="0" destOrd="1" presId="urn:microsoft.com/office/officeart/2016/7/layout/ChevronBlockProcess"/>
    <dgm:cxn modelId="{00C086F6-0C9A-4DF7-B6BA-0C979E68530A}" srcId="{F4487B8D-9AC5-4E02-B178-52494507E2F0}" destId="{C0ADB3FA-5BAB-40E0-A465-80363E1DE8A8}" srcOrd="0" destOrd="0" parTransId="{641C3F24-9DCE-44F2-9A60-20816015B672}" sibTransId="{1DE2DE63-8051-4C26-B075-00969FE65FE8}"/>
    <dgm:cxn modelId="{66ECBEF8-7453-46CD-BE43-7718D377B9B1}" srcId="{030F02B9-C928-4A4D-8587-ED7F252444F5}" destId="{DEB8B651-7826-4171-A752-B65C2EB8D008}" srcOrd="1" destOrd="0" parTransId="{7EEFD6FD-14FA-4325-AB5C-B38A0C138EAA}" sibTransId="{48B0FA3C-C9AC-4662-A86D-0D1ED0B710FF}"/>
    <dgm:cxn modelId="{659B77FB-5AAE-45BC-8B20-595828E68049}" srcId="{030F02B9-C928-4A4D-8587-ED7F252444F5}" destId="{A4B574D3-C083-47A8-8EA4-74B76FA9A0C8}" srcOrd="2" destOrd="0" parTransId="{189023D1-FB1A-45A5-AEFF-B7631B329888}" sibTransId="{8BC56E72-874A-4F67-9604-C7925FF84E2F}"/>
    <dgm:cxn modelId="{6E05520A-36EF-40CE-B6D4-11785F2E88CD}" type="presParOf" srcId="{EAF4709E-D761-4A9E-99A6-B75EC2BD980C}" destId="{8F111F22-78EB-43CE-94CC-AC8743FD433A}" srcOrd="0" destOrd="0" presId="urn:microsoft.com/office/officeart/2016/7/layout/ChevronBlockProcess"/>
    <dgm:cxn modelId="{1A74C877-AA87-4F1F-A770-99A22ABB12C9}" type="presParOf" srcId="{8F111F22-78EB-43CE-94CC-AC8743FD433A}" destId="{5A3871C9-66C7-4B92-9452-38C9436BCE00}" srcOrd="0" destOrd="0" presId="urn:microsoft.com/office/officeart/2016/7/layout/ChevronBlockProcess"/>
    <dgm:cxn modelId="{CD58DC08-85E5-4A53-82A3-7013B9DB5D23}" type="presParOf" srcId="{8F111F22-78EB-43CE-94CC-AC8743FD433A}" destId="{31C3B238-40FB-465E-9B27-AA036D62B90E}" srcOrd="1" destOrd="0" presId="urn:microsoft.com/office/officeart/2016/7/layout/ChevronBlockProcess"/>
    <dgm:cxn modelId="{2E0DAB64-B373-4DA3-A0FD-452DE1A272C4}" type="presParOf" srcId="{EAF4709E-D761-4A9E-99A6-B75EC2BD980C}" destId="{0B4040B6-D77A-467A-A718-034883136706}" srcOrd="1" destOrd="0" presId="urn:microsoft.com/office/officeart/2016/7/layout/ChevronBlockProcess"/>
    <dgm:cxn modelId="{3C1468A4-227A-43C8-B5C6-8A55AFBC7BB5}" type="presParOf" srcId="{EAF4709E-D761-4A9E-99A6-B75EC2BD980C}" destId="{A8B4257F-6119-41AE-BD8C-753F05EBD1C9}" srcOrd="2" destOrd="0" presId="urn:microsoft.com/office/officeart/2016/7/layout/ChevronBlockProcess"/>
    <dgm:cxn modelId="{26F25874-914E-4FEE-87F8-D1E012B097E2}" type="presParOf" srcId="{A8B4257F-6119-41AE-BD8C-753F05EBD1C9}" destId="{93F9B0EE-3D0B-4ED3-ACE1-38DE000923DB}" srcOrd="0" destOrd="0" presId="urn:microsoft.com/office/officeart/2016/7/layout/ChevronBlockProcess"/>
    <dgm:cxn modelId="{4BF00B1A-305B-461B-810E-5A762B4DB647}" type="presParOf" srcId="{A8B4257F-6119-41AE-BD8C-753F05EBD1C9}" destId="{E7B6E2F7-2D66-46CE-ACF4-B25F1CFF4874}" srcOrd="1" destOrd="0" presId="urn:microsoft.com/office/officeart/2016/7/layout/ChevronBlockProcess"/>
    <dgm:cxn modelId="{90BCAC6B-BFF9-4FFD-9F6F-DB9BB37AED06}" type="presParOf" srcId="{EAF4709E-D761-4A9E-99A6-B75EC2BD980C}" destId="{AA817661-BA6D-465B-A3D6-007DB62D1A7F}" srcOrd="3" destOrd="0" presId="urn:microsoft.com/office/officeart/2016/7/layout/ChevronBlockProcess"/>
    <dgm:cxn modelId="{CDD703C9-B46B-4BC3-869A-B059F928D723}" type="presParOf" srcId="{EAF4709E-D761-4A9E-99A6-B75EC2BD980C}" destId="{57114864-A12F-401E-9A97-601117D095EE}" srcOrd="4" destOrd="0" presId="urn:microsoft.com/office/officeart/2016/7/layout/ChevronBlockProcess"/>
    <dgm:cxn modelId="{91FF0C30-A4F8-4E64-ABFF-8BF28E9EF6C5}" type="presParOf" srcId="{57114864-A12F-401E-9A97-601117D095EE}" destId="{37BA77D4-7449-4A90-9EC5-06808F085B54}" srcOrd="0" destOrd="0" presId="urn:microsoft.com/office/officeart/2016/7/layout/ChevronBlockProcess"/>
    <dgm:cxn modelId="{1D10816D-E975-49BB-85A6-56E3370C31C2}" type="presParOf" srcId="{57114864-A12F-401E-9A97-601117D095EE}" destId="{4416EBF6-0919-4244-847F-27E52A6E3227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203A7-B029-4D58-8B4F-9C2AC4E85CE8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FF3665-D9A8-4388-B36C-636D1A4576A2}">
      <dgm:prSet/>
      <dgm:spPr/>
      <dgm:t>
        <a:bodyPr/>
        <a:lstStyle/>
        <a:p>
          <a:r>
            <a:rPr lang="en-US"/>
            <a:t>Based on just the results, most undergraduate students believe that a hotdog is not a sandwich</a:t>
          </a:r>
        </a:p>
      </dgm:t>
    </dgm:pt>
    <dgm:pt modelId="{00B85FA1-7A7A-4B33-899F-AF9D4612A97D}" type="parTrans" cxnId="{4F0FE200-8820-4F9A-935A-D7F4C89C0045}">
      <dgm:prSet/>
      <dgm:spPr/>
      <dgm:t>
        <a:bodyPr/>
        <a:lstStyle/>
        <a:p>
          <a:endParaRPr lang="en-US"/>
        </a:p>
      </dgm:t>
    </dgm:pt>
    <dgm:pt modelId="{8200D791-58F1-4736-89E0-4E1E39369A1C}" type="sibTrans" cxnId="{4F0FE200-8820-4F9A-935A-D7F4C89C0045}">
      <dgm:prSet/>
      <dgm:spPr/>
      <dgm:t>
        <a:bodyPr/>
        <a:lstStyle/>
        <a:p>
          <a:endParaRPr lang="en-US"/>
        </a:p>
      </dgm:t>
    </dgm:pt>
    <dgm:pt modelId="{461CD4BC-A558-45B6-8249-D091F8D21CC8}">
      <dgm:prSet/>
      <dgm:spPr/>
      <dgm:t>
        <a:bodyPr/>
        <a:lstStyle/>
        <a:p>
          <a:r>
            <a:rPr lang="en-US"/>
            <a:t>However:</a:t>
          </a:r>
        </a:p>
      </dgm:t>
    </dgm:pt>
    <dgm:pt modelId="{DBD7F802-0300-44D9-BCE1-4961504D0EA3}" type="parTrans" cxnId="{A0582690-D759-4E6B-A59B-9015BE8AAE1F}">
      <dgm:prSet/>
      <dgm:spPr/>
      <dgm:t>
        <a:bodyPr/>
        <a:lstStyle/>
        <a:p>
          <a:endParaRPr lang="en-US"/>
        </a:p>
      </dgm:t>
    </dgm:pt>
    <dgm:pt modelId="{84D25542-7796-494E-A26E-63CE8711C3D7}" type="sibTrans" cxnId="{A0582690-D759-4E6B-A59B-9015BE8AAE1F}">
      <dgm:prSet/>
      <dgm:spPr/>
      <dgm:t>
        <a:bodyPr/>
        <a:lstStyle/>
        <a:p>
          <a:endParaRPr lang="en-US"/>
        </a:p>
      </dgm:t>
    </dgm:pt>
    <dgm:pt modelId="{0F5AB852-61A8-4B69-AE8E-717D8D7A54C1}">
      <dgm:prSet/>
      <dgm:spPr/>
      <dgm:t>
        <a:bodyPr/>
        <a:lstStyle/>
        <a:p>
          <a:r>
            <a:rPr lang="en-US"/>
            <a:t>Our data set lacked an even distribution of UVA undergrads</a:t>
          </a:r>
        </a:p>
      </dgm:t>
    </dgm:pt>
    <dgm:pt modelId="{A82448DA-B631-4CB3-82C8-148F5BF4DD65}" type="parTrans" cxnId="{56241BE2-E05D-492F-BFAC-04140B37C166}">
      <dgm:prSet/>
      <dgm:spPr/>
      <dgm:t>
        <a:bodyPr/>
        <a:lstStyle/>
        <a:p>
          <a:endParaRPr lang="en-US"/>
        </a:p>
      </dgm:t>
    </dgm:pt>
    <dgm:pt modelId="{C3BD90F2-9D74-4393-AA2A-26ADB7991208}" type="sibTrans" cxnId="{56241BE2-E05D-492F-BFAC-04140B37C166}">
      <dgm:prSet/>
      <dgm:spPr/>
      <dgm:t>
        <a:bodyPr/>
        <a:lstStyle/>
        <a:p>
          <a:endParaRPr lang="en-US"/>
        </a:p>
      </dgm:t>
    </dgm:pt>
    <dgm:pt modelId="{3DBDD794-F473-4E68-99D5-0147E0B83C4E}">
      <dgm:prSet/>
      <dgm:spPr/>
      <dgm:t>
        <a:bodyPr/>
        <a:lstStyle/>
        <a:p>
          <a:r>
            <a:rPr lang="en-US"/>
            <a:t>Contained 0 first-years</a:t>
          </a:r>
        </a:p>
      </dgm:t>
    </dgm:pt>
    <dgm:pt modelId="{60968CE4-EA18-45BE-8DEF-8C097BC5C9BD}" type="parTrans" cxnId="{C64FEC81-C46C-4D88-A9D0-530C46B0DC99}">
      <dgm:prSet/>
      <dgm:spPr/>
      <dgm:t>
        <a:bodyPr/>
        <a:lstStyle/>
        <a:p>
          <a:endParaRPr lang="en-US"/>
        </a:p>
      </dgm:t>
    </dgm:pt>
    <dgm:pt modelId="{72E81EE1-C6C2-44FA-BD3D-E2E0385E5D97}" type="sibTrans" cxnId="{C64FEC81-C46C-4D88-A9D0-530C46B0DC99}">
      <dgm:prSet/>
      <dgm:spPr/>
      <dgm:t>
        <a:bodyPr/>
        <a:lstStyle/>
        <a:p>
          <a:endParaRPr lang="en-US"/>
        </a:p>
      </dgm:t>
    </dgm:pt>
    <dgm:pt modelId="{C2B75B72-44F3-4181-B29C-B590B097C803}">
      <dgm:prSet/>
      <dgm:spPr/>
      <dgm:t>
        <a:bodyPr/>
        <a:lstStyle/>
        <a:p>
          <a:r>
            <a:rPr lang="en-US"/>
            <a:t>Cannot conclude for the whole population</a:t>
          </a:r>
        </a:p>
      </dgm:t>
    </dgm:pt>
    <dgm:pt modelId="{704F6C9C-7084-4973-8A15-D6FCD6378CDA}" type="parTrans" cxnId="{7E801A89-2D09-4E27-8EBE-F286DFFB62CC}">
      <dgm:prSet/>
      <dgm:spPr/>
      <dgm:t>
        <a:bodyPr/>
        <a:lstStyle/>
        <a:p>
          <a:endParaRPr lang="en-US"/>
        </a:p>
      </dgm:t>
    </dgm:pt>
    <dgm:pt modelId="{8B5EF270-A388-4B8B-A0D7-899A50850030}" type="sibTrans" cxnId="{7E801A89-2D09-4E27-8EBE-F286DFFB62CC}">
      <dgm:prSet/>
      <dgm:spPr/>
      <dgm:t>
        <a:bodyPr/>
        <a:lstStyle/>
        <a:p>
          <a:endParaRPr lang="en-US"/>
        </a:p>
      </dgm:t>
    </dgm:pt>
    <dgm:pt modelId="{51FB8989-8F4D-438B-936A-CCF90440FC9F}" type="pres">
      <dgm:prSet presAssocID="{95B203A7-B029-4D58-8B4F-9C2AC4E85CE8}" presName="Name0" presStyleCnt="0">
        <dgm:presLayoutVars>
          <dgm:dir/>
          <dgm:animLvl val="lvl"/>
          <dgm:resizeHandles val="exact"/>
        </dgm:presLayoutVars>
      </dgm:prSet>
      <dgm:spPr/>
    </dgm:pt>
    <dgm:pt modelId="{28E16CE2-D28F-4497-B4C2-240CB8FB9FAD}" type="pres">
      <dgm:prSet presAssocID="{461CD4BC-A558-45B6-8249-D091F8D21CC8}" presName="boxAndChildren" presStyleCnt="0"/>
      <dgm:spPr/>
    </dgm:pt>
    <dgm:pt modelId="{FE208B56-BA78-4900-9F8E-7445E6E5C03D}" type="pres">
      <dgm:prSet presAssocID="{461CD4BC-A558-45B6-8249-D091F8D21CC8}" presName="parentTextBox" presStyleLbl="node1" presStyleIdx="0" presStyleCnt="2"/>
      <dgm:spPr/>
    </dgm:pt>
    <dgm:pt modelId="{CE5144F4-0FA4-4812-8616-B6312F729CEA}" type="pres">
      <dgm:prSet presAssocID="{461CD4BC-A558-45B6-8249-D091F8D21CC8}" presName="entireBox" presStyleLbl="node1" presStyleIdx="0" presStyleCnt="2"/>
      <dgm:spPr/>
    </dgm:pt>
    <dgm:pt modelId="{04248372-44F3-408C-8352-DEF4FCBC901A}" type="pres">
      <dgm:prSet presAssocID="{461CD4BC-A558-45B6-8249-D091F8D21CC8}" presName="descendantBox" presStyleCnt="0"/>
      <dgm:spPr/>
    </dgm:pt>
    <dgm:pt modelId="{894A8A37-1155-43D8-82F8-2164C34D9BE6}" type="pres">
      <dgm:prSet presAssocID="{0F5AB852-61A8-4B69-AE8E-717D8D7A54C1}" presName="childTextBox" presStyleLbl="fgAccFollowNode1" presStyleIdx="0" presStyleCnt="3">
        <dgm:presLayoutVars>
          <dgm:bulletEnabled val="1"/>
        </dgm:presLayoutVars>
      </dgm:prSet>
      <dgm:spPr/>
    </dgm:pt>
    <dgm:pt modelId="{0CDE4DFE-01B8-4B94-A6FB-BA98286D66B8}" type="pres">
      <dgm:prSet presAssocID="{3DBDD794-F473-4E68-99D5-0147E0B83C4E}" presName="childTextBox" presStyleLbl="fgAccFollowNode1" presStyleIdx="1" presStyleCnt="3">
        <dgm:presLayoutVars>
          <dgm:bulletEnabled val="1"/>
        </dgm:presLayoutVars>
      </dgm:prSet>
      <dgm:spPr/>
    </dgm:pt>
    <dgm:pt modelId="{1DBB2954-7CFA-4EC4-989E-E756EF5FD106}" type="pres">
      <dgm:prSet presAssocID="{C2B75B72-44F3-4181-B29C-B590B097C803}" presName="childTextBox" presStyleLbl="fgAccFollowNode1" presStyleIdx="2" presStyleCnt="3">
        <dgm:presLayoutVars>
          <dgm:bulletEnabled val="1"/>
        </dgm:presLayoutVars>
      </dgm:prSet>
      <dgm:spPr/>
    </dgm:pt>
    <dgm:pt modelId="{34591978-BD2F-40CF-9ED5-2A88C1DE6092}" type="pres">
      <dgm:prSet presAssocID="{8200D791-58F1-4736-89E0-4E1E39369A1C}" presName="sp" presStyleCnt="0"/>
      <dgm:spPr/>
    </dgm:pt>
    <dgm:pt modelId="{26073581-62D3-4A88-85C8-79A83FC3DD59}" type="pres">
      <dgm:prSet presAssocID="{0DFF3665-D9A8-4388-B36C-636D1A4576A2}" presName="arrowAndChildren" presStyleCnt="0"/>
      <dgm:spPr/>
    </dgm:pt>
    <dgm:pt modelId="{40FB47CA-F7C9-43C4-ADEA-009F48DDDFF0}" type="pres">
      <dgm:prSet presAssocID="{0DFF3665-D9A8-4388-B36C-636D1A4576A2}" presName="parentTextArrow" presStyleLbl="node1" presStyleIdx="1" presStyleCnt="2"/>
      <dgm:spPr/>
    </dgm:pt>
  </dgm:ptLst>
  <dgm:cxnLst>
    <dgm:cxn modelId="{4F0FE200-8820-4F9A-935A-D7F4C89C0045}" srcId="{95B203A7-B029-4D58-8B4F-9C2AC4E85CE8}" destId="{0DFF3665-D9A8-4388-B36C-636D1A4576A2}" srcOrd="0" destOrd="0" parTransId="{00B85FA1-7A7A-4B33-899F-AF9D4612A97D}" sibTransId="{8200D791-58F1-4736-89E0-4E1E39369A1C}"/>
    <dgm:cxn modelId="{8F61150A-B3D6-4C2A-A64A-3A63B18B8E85}" type="presOf" srcId="{3DBDD794-F473-4E68-99D5-0147E0B83C4E}" destId="{0CDE4DFE-01B8-4B94-A6FB-BA98286D66B8}" srcOrd="0" destOrd="0" presId="urn:microsoft.com/office/officeart/2005/8/layout/process4"/>
    <dgm:cxn modelId="{4D881910-1FE5-470D-A1C0-BD2B09E53ED8}" type="presOf" srcId="{0F5AB852-61A8-4B69-AE8E-717D8D7A54C1}" destId="{894A8A37-1155-43D8-82F8-2164C34D9BE6}" srcOrd="0" destOrd="0" presId="urn:microsoft.com/office/officeart/2005/8/layout/process4"/>
    <dgm:cxn modelId="{31ED303B-E7D0-47E7-B708-720FAC82A5AC}" type="presOf" srcId="{461CD4BC-A558-45B6-8249-D091F8D21CC8}" destId="{FE208B56-BA78-4900-9F8E-7445E6E5C03D}" srcOrd="0" destOrd="0" presId="urn:microsoft.com/office/officeart/2005/8/layout/process4"/>
    <dgm:cxn modelId="{B8030643-0CB3-4A37-8138-259DA43B15AC}" type="presOf" srcId="{461CD4BC-A558-45B6-8249-D091F8D21CC8}" destId="{CE5144F4-0FA4-4812-8616-B6312F729CEA}" srcOrd="1" destOrd="0" presId="urn:microsoft.com/office/officeart/2005/8/layout/process4"/>
    <dgm:cxn modelId="{C64FEC81-C46C-4D88-A9D0-530C46B0DC99}" srcId="{461CD4BC-A558-45B6-8249-D091F8D21CC8}" destId="{3DBDD794-F473-4E68-99D5-0147E0B83C4E}" srcOrd="1" destOrd="0" parTransId="{60968CE4-EA18-45BE-8DEF-8C097BC5C9BD}" sibTransId="{72E81EE1-C6C2-44FA-BD3D-E2E0385E5D97}"/>
    <dgm:cxn modelId="{5C630088-A98F-4E15-B6C8-8836B2B729D6}" type="presOf" srcId="{95B203A7-B029-4D58-8B4F-9C2AC4E85CE8}" destId="{51FB8989-8F4D-438B-936A-CCF90440FC9F}" srcOrd="0" destOrd="0" presId="urn:microsoft.com/office/officeart/2005/8/layout/process4"/>
    <dgm:cxn modelId="{7E801A89-2D09-4E27-8EBE-F286DFFB62CC}" srcId="{461CD4BC-A558-45B6-8249-D091F8D21CC8}" destId="{C2B75B72-44F3-4181-B29C-B590B097C803}" srcOrd="2" destOrd="0" parTransId="{704F6C9C-7084-4973-8A15-D6FCD6378CDA}" sibTransId="{8B5EF270-A388-4B8B-A0D7-899A50850030}"/>
    <dgm:cxn modelId="{A0582690-D759-4E6B-A59B-9015BE8AAE1F}" srcId="{95B203A7-B029-4D58-8B4F-9C2AC4E85CE8}" destId="{461CD4BC-A558-45B6-8249-D091F8D21CC8}" srcOrd="1" destOrd="0" parTransId="{DBD7F802-0300-44D9-BCE1-4961504D0EA3}" sibTransId="{84D25542-7796-494E-A26E-63CE8711C3D7}"/>
    <dgm:cxn modelId="{01293FB4-6C95-4BE2-AAD9-02089AC07DEA}" type="presOf" srcId="{0DFF3665-D9A8-4388-B36C-636D1A4576A2}" destId="{40FB47CA-F7C9-43C4-ADEA-009F48DDDFF0}" srcOrd="0" destOrd="0" presId="urn:microsoft.com/office/officeart/2005/8/layout/process4"/>
    <dgm:cxn modelId="{7AF16ACD-22B0-4266-9A9A-252191366BA2}" type="presOf" srcId="{C2B75B72-44F3-4181-B29C-B590B097C803}" destId="{1DBB2954-7CFA-4EC4-989E-E756EF5FD106}" srcOrd="0" destOrd="0" presId="urn:microsoft.com/office/officeart/2005/8/layout/process4"/>
    <dgm:cxn modelId="{56241BE2-E05D-492F-BFAC-04140B37C166}" srcId="{461CD4BC-A558-45B6-8249-D091F8D21CC8}" destId="{0F5AB852-61A8-4B69-AE8E-717D8D7A54C1}" srcOrd="0" destOrd="0" parTransId="{A82448DA-B631-4CB3-82C8-148F5BF4DD65}" sibTransId="{C3BD90F2-9D74-4393-AA2A-26ADB7991208}"/>
    <dgm:cxn modelId="{10F8DBB7-85C9-4DB9-90D4-1F72472FD71B}" type="presParOf" srcId="{51FB8989-8F4D-438B-936A-CCF90440FC9F}" destId="{28E16CE2-D28F-4497-B4C2-240CB8FB9FAD}" srcOrd="0" destOrd="0" presId="urn:microsoft.com/office/officeart/2005/8/layout/process4"/>
    <dgm:cxn modelId="{F90148D7-A2C1-43F7-8125-D31B3D7346FC}" type="presParOf" srcId="{28E16CE2-D28F-4497-B4C2-240CB8FB9FAD}" destId="{FE208B56-BA78-4900-9F8E-7445E6E5C03D}" srcOrd="0" destOrd="0" presId="urn:microsoft.com/office/officeart/2005/8/layout/process4"/>
    <dgm:cxn modelId="{19DC0FCA-B425-40EF-A65D-F829EEAB3695}" type="presParOf" srcId="{28E16CE2-D28F-4497-B4C2-240CB8FB9FAD}" destId="{CE5144F4-0FA4-4812-8616-B6312F729CEA}" srcOrd="1" destOrd="0" presId="urn:microsoft.com/office/officeart/2005/8/layout/process4"/>
    <dgm:cxn modelId="{19FC0F24-C1B9-4228-A4A3-5AF0E87B6C69}" type="presParOf" srcId="{28E16CE2-D28F-4497-B4C2-240CB8FB9FAD}" destId="{04248372-44F3-408C-8352-DEF4FCBC901A}" srcOrd="2" destOrd="0" presId="urn:microsoft.com/office/officeart/2005/8/layout/process4"/>
    <dgm:cxn modelId="{4DF33AD0-24E7-4613-B74B-1156807C3E7D}" type="presParOf" srcId="{04248372-44F3-408C-8352-DEF4FCBC901A}" destId="{894A8A37-1155-43D8-82F8-2164C34D9BE6}" srcOrd="0" destOrd="0" presId="urn:microsoft.com/office/officeart/2005/8/layout/process4"/>
    <dgm:cxn modelId="{A4780408-AFE0-49A4-9FC8-5B836C7A42A9}" type="presParOf" srcId="{04248372-44F3-408C-8352-DEF4FCBC901A}" destId="{0CDE4DFE-01B8-4B94-A6FB-BA98286D66B8}" srcOrd="1" destOrd="0" presId="urn:microsoft.com/office/officeart/2005/8/layout/process4"/>
    <dgm:cxn modelId="{4B3C574E-F6EB-44FB-BA1C-4047A9B83C6F}" type="presParOf" srcId="{04248372-44F3-408C-8352-DEF4FCBC901A}" destId="{1DBB2954-7CFA-4EC4-989E-E756EF5FD106}" srcOrd="2" destOrd="0" presId="urn:microsoft.com/office/officeart/2005/8/layout/process4"/>
    <dgm:cxn modelId="{D0C52A93-0135-4128-8036-341E80D37888}" type="presParOf" srcId="{51FB8989-8F4D-438B-936A-CCF90440FC9F}" destId="{34591978-BD2F-40CF-9ED5-2A88C1DE6092}" srcOrd="1" destOrd="0" presId="urn:microsoft.com/office/officeart/2005/8/layout/process4"/>
    <dgm:cxn modelId="{5BE04EAC-14B8-46BD-9E34-DFB15B458374}" type="presParOf" srcId="{51FB8989-8F4D-438B-936A-CCF90440FC9F}" destId="{26073581-62D3-4A88-85C8-79A83FC3DD59}" srcOrd="2" destOrd="0" presId="urn:microsoft.com/office/officeart/2005/8/layout/process4"/>
    <dgm:cxn modelId="{FD4900A7-9A29-40EB-BCB3-37EACD8D0631}" type="presParOf" srcId="{26073581-62D3-4A88-85C8-79A83FC3DD59}" destId="{40FB47CA-F7C9-43C4-ADEA-009F48DDDFF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D027F3-99A5-49B8-9A72-DB9631CAD6EE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F3DCCCD-6828-4601-860D-74F06CF2CE36}">
      <dgm:prSet/>
      <dgm:spPr/>
      <dgm:t>
        <a:bodyPr/>
        <a:lstStyle/>
        <a:p>
          <a:pPr>
            <a:defRPr b="1"/>
          </a:pPr>
          <a:r>
            <a:rPr lang="en-US"/>
            <a:t>Gather data from a wider sample of full time UVA students</a:t>
          </a:r>
        </a:p>
      </dgm:t>
    </dgm:pt>
    <dgm:pt modelId="{E9D70198-1584-462E-AC1C-69B45FE2B10E}" type="parTrans" cxnId="{6007F71D-D266-400B-909B-CDED57FD7BBE}">
      <dgm:prSet/>
      <dgm:spPr/>
      <dgm:t>
        <a:bodyPr/>
        <a:lstStyle/>
        <a:p>
          <a:endParaRPr lang="en-US"/>
        </a:p>
      </dgm:t>
    </dgm:pt>
    <dgm:pt modelId="{68B795B3-F276-413F-BA07-3F1C7F1DB1A1}" type="sibTrans" cxnId="{6007F71D-D266-400B-909B-CDED57FD7BBE}">
      <dgm:prSet/>
      <dgm:spPr/>
      <dgm:t>
        <a:bodyPr/>
        <a:lstStyle/>
        <a:p>
          <a:endParaRPr lang="en-US"/>
        </a:p>
      </dgm:t>
    </dgm:pt>
    <dgm:pt modelId="{B15D0E99-4721-4682-A9CA-7E81E13CC8F6}">
      <dgm:prSet/>
      <dgm:spPr/>
      <dgm:t>
        <a:bodyPr/>
        <a:lstStyle/>
        <a:p>
          <a:r>
            <a:rPr lang="en-US"/>
            <a:t>Want data more representative of the true population</a:t>
          </a:r>
        </a:p>
      </dgm:t>
    </dgm:pt>
    <dgm:pt modelId="{26EF62DF-8A3C-4C6E-9AB8-807DE843BFFC}" type="parTrans" cxnId="{33B123C8-EEC7-4E42-9C96-4A72DCE72226}">
      <dgm:prSet/>
      <dgm:spPr/>
      <dgm:t>
        <a:bodyPr/>
        <a:lstStyle/>
        <a:p>
          <a:endParaRPr lang="en-US"/>
        </a:p>
      </dgm:t>
    </dgm:pt>
    <dgm:pt modelId="{8402FA45-F9C9-4FAD-9A5F-0CA976E167E7}" type="sibTrans" cxnId="{33B123C8-EEC7-4E42-9C96-4A72DCE72226}">
      <dgm:prSet/>
      <dgm:spPr/>
      <dgm:t>
        <a:bodyPr/>
        <a:lstStyle/>
        <a:p>
          <a:endParaRPr lang="en-US"/>
        </a:p>
      </dgm:t>
    </dgm:pt>
    <dgm:pt modelId="{D4CA5944-710B-4D4A-961C-A5B3A952BA12}">
      <dgm:prSet/>
      <dgm:spPr/>
      <dgm:t>
        <a:bodyPr/>
        <a:lstStyle/>
        <a:p>
          <a:pPr>
            <a:defRPr b="1"/>
          </a:pPr>
          <a:r>
            <a:rPr lang="en-US"/>
            <a:t>Perform statistical tests to test correlation</a:t>
          </a:r>
        </a:p>
      </dgm:t>
    </dgm:pt>
    <dgm:pt modelId="{D815DFED-4888-48BF-B521-F2F45289BDEE}" type="parTrans" cxnId="{81B8602A-D3E1-4AED-8C26-FF87F883C3A6}">
      <dgm:prSet/>
      <dgm:spPr/>
      <dgm:t>
        <a:bodyPr/>
        <a:lstStyle/>
        <a:p>
          <a:endParaRPr lang="en-US"/>
        </a:p>
      </dgm:t>
    </dgm:pt>
    <dgm:pt modelId="{4CF65E62-7BD0-431A-9DD1-E141D3077351}" type="sibTrans" cxnId="{81B8602A-D3E1-4AED-8C26-FF87F883C3A6}">
      <dgm:prSet/>
      <dgm:spPr/>
      <dgm:t>
        <a:bodyPr/>
        <a:lstStyle/>
        <a:p>
          <a:endParaRPr lang="en-US"/>
        </a:p>
      </dgm:t>
    </dgm:pt>
    <dgm:pt modelId="{C6F02437-1BA6-44F3-BCCE-3BCC0CC64681}" type="pres">
      <dgm:prSet presAssocID="{09D027F3-99A5-49B8-9A72-DB9631CAD6EE}" presName="root" presStyleCnt="0">
        <dgm:presLayoutVars>
          <dgm:dir/>
          <dgm:resizeHandles val="exact"/>
        </dgm:presLayoutVars>
      </dgm:prSet>
      <dgm:spPr/>
    </dgm:pt>
    <dgm:pt modelId="{0AC461C4-9BEE-4CB2-B739-B5E49790241F}" type="pres">
      <dgm:prSet presAssocID="{CF3DCCCD-6828-4601-860D-74F06CF2CE36}" presName="compNode" presStyleCnt="0"/>
      <dgm:spPr/>
    </dgm:pt>
    <dgm:pt modelId="{F6E4AC1B-3C36-4ED2-9F4F-307A0FECAD76}" type="pres">
      <dgm:prSet presAssocID="{CF3DCCCD-6828-4601-860D-74F06CF2CE3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BCB84C53-B080-48D8-BE53-90AFDD82F337}" type="pres">
      <dgm:prSet presAssocID="{CF3DCCCD-6828-4601-860D-74F06CF2CE36}" presName="iconSpace" presStyleCnt="0"/>
      <dgm:spPr/>
    </dgm:pt>
    <dgm:pt modelId="{4E01DCE3-EF1E-4E75-BFE8-9BF71F63F022}" type="pres">
      <dgm:prSet presAssocID="{CF3DCCCD-6828-4601-860D-74F06CF2CE36}" presName="parTx" presStyleLbl="revTx" presStyleIdx="0" presStyleCnt="4">
        <dgm:presLayoutVars>
          <dgm:chMax val="0"/>
          <dgm:chPref val="0"/>
        </dgm:presLayoutVars>
      </dgm:prSet>
      <dgm:spPr/>
    </dgm:pt>
    <dgm:pt modelId="{5A42F762-F523-4B31-A598-D8D11F614CFE}" type="pres">
      <dgm:prSet presAssocID="{CF3DCCCD-6828-4601-860D-74F06CF2CE36}" presName="txSpace" presStyleCnt="0"/>
      <dgm:spPr/>
    </dgm:pt>
    <dgm:pt modelId="{C997CDF5-B9BD-4862-BC0C-686FDE4874D6}" type="pres">
      <dgm:prSet presAssocID="{CF3DCCCD-6828-4601-860D-74F06CF2CE36}" presName="desTx" presStyleLbl="revTx" presStyleIdx="1" presStyleCnt="4">
        <dgm:presLayoutVars/>
      </dgm:prSet>
      <dgm:spPr/>
    </dgm:pt>
    <dgm:pt modelId="{1A11DE1E-595B-42F2-AC3F-3264D8526346}" type="pres">
      <dgm:prSet presAssocID="{68B795B3-F276-413F-BA07-3F1C7F1DB1A1}" presName="sibTrans" presStyleCnt="0"/>
      <dgm:spPr/>
    </dgm:pt>
    <dgm:pt modelId="{89579AC3-FD0E-4967-A954-292DAF123546}" type="pres">
      <dgm:prSet presAssocID="{D4CA5944-710B-4D4A-961C-A5B3A952BA12}" presName="compNode" presStyleCnt="0"/>
      <dgm:spPr/>
    </dgm:pt>
    <dgm:pt modelId="{8A057EDD-51A8-48D6-9699-024FF2A4C680}" type="pres">
      <dgm:prSet presAssocID="{D4CA5944-710B-4D4A-961C-A5B3A952BA1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1564D7B-B016-4970-9B6D-5D7BD280F63C}" type="pres">
      <dgm:prSet presAssocID="{D4CA5944-710B-4D4A-961C-A5B3A952BA12}" presName="iconSpace" presStyleCnt="0"/>
      <dgm:spPr/>
    </dgm:pt>
    <dgm:pt modelId="{146A0840-EA58-4999-80AF-D9D320E4F7EE}" type="pres">
      <dgm:prSet presAssocID="{D4CA5944-710B-4D4A-961C-A5B3A952BA12}" presName="parTx" presStyleLbl="revTx" presStyleIdx="2" presStyleCnt="4">
        <dgm:presLayoutVars>
          <dgm:chMax val="0"/>
          <dgm:chPref val="0"/>
        </dgm:presLayoutVars>
      </dgm:prSet>
      <dgm:spPr/>
    </dgm:pt>
    <dgm:pt modelId="{059EDA79-9336-4BD0-9C17-5CBFD72AF9F2}" type="pres">
      <dgm:prSet presAssocID="{D4CA5944-710B-4D4A-961C-A5B3A952BA12}" presName="txSpace" presStyleCnt="0"/>
      <dgm:spPr/>
    </dgm:pt>
    <dgm:pt modelId="{3740763A-FCBC-4DFD-973C-320E3572B627}" type="pres">
      <dgm:prSet presAssocID="{D4CA5944-710B-4D4A-961C-A5B3A952BA12}" presName="desTx" presStyleLbl="revTx" presStyleIdx="3" presStyleCnt="4">
        <dgm:presLayoutVars/>
      </dgm:prSet>
      <dgm:spPr/>
    </dgm:pt>
  </dgm:ptLst>
  <dgm:cxnLst>
    <dgm:cxn modelId="{6007F71D-D266-400B-909B-CDED57FD7BBE}" srcId="{09D027F3-99A5-49B8-9A72-DB9631CAD6EE}" destId="{CF3DCCCD-6828-4601-860D-74F06CF2CE36}" srcOrd="0" destOrd="0" parTransId="{E9D70198-1584-462E-AC1C-69B45FE2B10E}" sibTransId="{68B795B3-F276-413F-BA07-3F1C7F1DB1A1}"/>
    <dgm:cxn modelId="{314C521E-C55C-4F29-9E9F-AA1D68E2EBFE}" type="presOf" srcId="{CF3DCCCD-6828-4601-860D-74F06CF2CE36}" destId="{4E01DCE3-EF1E-4E75-BFE8-9BF71F63F022}" srcOrd="0" destOrd="0" presId="urn:microsoft.com/office/officeart/2018/2/layout/IconLabelDescriptionList"/>
    <dgm:cxn modelId="{81B8602A-D3E1-4AED-8C26-FF87F883C3A6}" srcId="{09D027F3-99A5-49B8-9A72-DB9631CAD6EE}" destId="{D4CA5944-710B-4D4A-961C-A5B3A952BA12}" srcOrd="1" destOrd="0" parTransId="{D815DFED-4888-48BF-B521-F2F45289BDEE}" sibTransId="{4CF65E62-7BD0-431A-9DD1-E141D3077351}"/>
    <dgm:cxn modelId="{9C9ECF2D-9ABE-4573-AEF3-173ACD9B9DE4}" type="presOf" srcId="{D4CA5944-710B-4D4A-961C-A5B3A952BA12}" destId="{146A0840-EA58-4999-80AF-D9D320E4F7EE}" srcOrd="0" destOrd="0" presId="urn:microsoft.com/office/officeart/2018/2/layout/IconLabelDescriptionList"/>
    <dgm:cxn modelId="{B6C30F36-A3CA-4E50-BA82-D4D066B16E59}" type="presOf" srcId="{B15D0E99-4721-4682-A9CA-7E81E13CC8F6}" destId="{C997CDF5-B9BD-4862-BC0C-686FDE4874D6}" srcOrd="0" destOrd="0" presId="urn:microsoft.com/office/officeart/2018/2/layout/IconLabelDescriptionList"/>
    <dgm:cxn modelId="{533797A4-89D8-48A1-825D-F8507E201D0D}" type="presOf" srcId="{09D027F3-99A5-49B8-9A72-DB9631CAD6EE}" destId="{C6F02437-1BA6-44F3-BCCE-3BCC0CC64681}" srcOrd="0" destOrd="0" presId="urn:microsoft.com/office/officeart/2018/2/layout/IconLabelDescriptionList"/>
    <dgm:cxn modelId="{33B123C8-EEC7-4E42-9C96-4A72DCE72226}" srcId="{CF3DCCCD-6828-4601-860D-74F06CF2CE36}" destId="{B15D0E99-4721-4682-A9CA-7E81E13CC8F6}" srcOrd="0" destOrd="0" parTransId="{26EF62DF-8A3C-4C6E-9AB8-807DE843BFFC}" sibTransId="{8402FA45-F9C9-4FAD-9A5F-0CA976E167E7}"/>
    <dgm:cxn modelId="{04B17F96-4781-4BFB-AB3E-F4297F0F135C}" type="presParOf" srcId="{C6F02437-1BA6-44F3-BCCE-3BCC0CC64681}" destId="{0AC461C4-9BEE-4CB2-B739-B5E49790241F}" srcOrd="0" destOrd="0" presId="urn:microsoft.com/office/officeart/2018/2/layout/IconLabelDescriptionList"/>
    <dgm:cxn modelId="{BC9ED9DA-62A0-4C2D-8A2A-0F0456FCE82C}" type="presParOf" srcId="{0AC461C4-9BEE-4CB2-B739-B5E49790241F}" destId="{F6E4AC1B-3C36-4ED2-9F4F-307A0FECAD76}" srcOrd="0" destOrd="0" presId="urn:microsoft.com/office/officeart/2018/2/layout/IconLabelDescriptionList"/>
    <dgm:cxn modelId="{1F0C3AFE-C4AE-43C2-946B-A26BEACF74CE}" type="presParOf" srcId="{0AC461C4-9BEE-4CB2-B739-B5E49790241F}" destId="{BCB84C53-B080-48D8-BE53-90AFDD82F337}" srcOrd="1" destOrd="0" presId="urn:microsoft.com/office/officeart/2018/2/layout/IconLabelDescriptionList"/>
    <dgm:cxn modelId="{D2965B54-6EDA-47B4-8C67-BDAD5E35F37B}" type="presParOf" srcId="{0AC461C4-9BEE-4CB2-B739-B5E49790241F}" destId="{4E01DCE3-EF1E-4E75-BFE8-9BF71F63F022}" srcOrd="2" destOrd="0" presId="urn:microsoft.com/office/officeart/2018/2/layout/IconLabelDescriptionList"/>
    <dgm:cxn modelId="{A8634D30-9D0D-45FC-96A2-987709F5547E}" type="presParOf" srcId="{0AC461C4-9BEE-4CB2-B739-B5E49790241F}" destId="{5A42F762-F523-4B31-A598-D8D11F614CFE}" srcOrd="3" destOrd="0" presId="urn:microsoft.com/office/officeart/2018/2/layout/IconLabelDescriptionList"/>
    <dgm:cxn modelId="{F0C41D03-2AC6-4696-9DC6-F121FC7DCD5F}" type="presParOf" srcId="{0AC461C4-9BEE-4CB2-B739-B5E49790241F}" destId="{C997CDF5-B9BD-4862-BC0C-686FDE4874D6}" srcOrd="4" destOrd="0" presId="urn:microsoft.com/office/officeart/2018/2/layout/IconLabelDescriptionList"/>
    <dgm:cxn modelId="{0F5EAE18-3C6A-4D52-9623-D826FC58BDD0}" type="presParOf" srcId="{C6F02437-1BA6-44F3-BCCE-3BCC0CC64681}" destId="{1A11DE1E-595B-42F2-AC3F-3264D8526346}" srcOrd="1" destOrd="0" presId="urn:microsoft.com/office/officeart/2018/2/layout/IconLabelDescriptionList"/>
    <dgm:cxn modelId="{A88DEFAC-715E-44FF-8BB6-EF058BEC0725}" type="presParOf" srcId="{C6F02437-1BA6-44F3-BCCE-3BCC0CC64681}" destId="{89579AC3-FD0E-4967-A954-292DAF123546}" srcOrd="2" destOrd="0" presId="urn:microsoft.com/office/officeart/2018/2/layout/IconLabelDescriptionList"/>
    <dgm:cxn modelId="{034A2CBE-0033-4C58-A86A-E2060884A873}" type="presParOf" srcId="{89579AC3-FD0E-4967-A954-292DAF123546}" destId="{8A057EDD-51A8-48D6-9699-024FF2A4C680}" srcOrd="0" destOrd="0" presId="urn:microsoft.com/office/officeart/2018/2/layout/IconLabelDescriptionList"/>
    <dgm:cxn modelId="{73B8EEFD-504C-449B-A9D9-FD8A5C1A8267}" type="presParOf" srcId="{89579AC3-FD0E-4967-A954-292DAF123546}" destId="{D1564D7B-B016-4970-9B6D-5D7BD280F63C}" srcOrd="1" destOrd="0" presId="urn:microsoft.com/office/officeart/2018/2/layout/IconLabelDescriptionList"/>
    <dgm:cxn modelId="{909EAA97-826D-45A0-9464-CFC040D32237}" type="presParOf" srcId="{89579AC3-FD0E-4967-A954-292DAF123546}" destId="{146A0840-EA58-4999-80AF-D9D320E4F7EE}" srcOrd="2" destOrd="0" presId="urn:microsoft.com/office/officeart/2018/2/layout/IconLabelDescriptionList"/>
    <dgm:cxn modelId="{FDB33AF1-727C-4B16-AA03-2EE553CFE8FB}" type="presParOf" srcId="{89579AC3-FD0E-4967-A954-292DAF123546}" destId="{059EDA79-9336-4BD0-9C17-5CBFD72AF9F2}" srcOrd="3" destOrd="0" presId="urn:microsoft.com/office/officeart/2018/2/layout/IconLabelDescriptionList"/>
    <dgm:cxn modelId="{66858AA1-FC41-4413-ABB0-9CD6D73896F0}" type="presParOf" srcId="{89579AC3-FD0E-4967-A954-292DAF123546}" destId="{3740763A-FCBC-4DFD-973C-320E3572B62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3CCDCB-D18F-437F-83AA-D1FB38B21F54}">
      <dsp:nvSpPr>
        <dsp:cNvPr id="0" name=""/>
        <dsp:cNvSpPr/>
      </dsp:nvSpPr>
      <dsp:spPr>
        <a:xfrm>
          <a:off x="0" y="0"/>
          <a:ext cx="9087575" cy="1090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Created exploratory charts to demonstrate the total number of yes and no responses</a:t>
          </a:r>
        </a:p>
      </dsp:txBody>
      <dsp:txXfrm>
        <a:off x="31949" y="31949"/>
        <a:ext cx="7910488" cy="1026928"/>
      </dsp:txXfrm>
    </dsp:sp>
    <dsp:sp modelId="{3F5FFB17-8793-4908-A75D-840EF3D5E38E}">
      <dsp:nvSpPr>
        <dsp:cNvPr id="0" name=""/>
        <dsp:cNvSpPr/>
      </dsp:nvSpPr>
      <dsp:spPr>
        <a:xfrm>
          <a:off x="801844" y="1272630"/>
          <a:ext cx="9087575" cy="1090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Look further into the number of yes or no responses based on the students’ class year</a:t>
          </a:r>
        </a:p>
      </dsp:txBody>
      <dsp:txXfrm>
        <a:off x="833793" y="1304579"/>
        <a:ext cx="7512795" cy="1026928"/>
      </dsp:txXfrm>
    </dsp:sp>
    <dsp:sp modelId="{772F5D65-E533-4A7B-BB34-2717DD394A80}">
      <dsp:nvSpPr>
        <dsp:cNvPr id="0" name=""/>
        <dsp:cNvSpPr/>
      </dsp:nvSpPr>
      <dsp:spPr>
        <a:xfrm>
          <a:off x="1603689" y="2545261"/>
          <a:ext cx="9087575" cy="1090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Look at the percentage of yes responses by class year</a:t>
          </a:r>
        </a:p>
      </dsp:txBody>
      <dsp:txXfrm>
        <a:off x="1635638" y="2577210"/>
        <a:ext cx="7512795" cy="1026928"/>
      </dsp:txXfrm>
    </dsp:sp>
    <dsp:sp modelId="{FEAF725E-B85B-46AD-8CAD-9B878F51BF88}">
      <dsp:nvSpPr>
        <dsp:cNvPr id="0" name=""/>
        <dsp:cNvSpPr/>
      </dsp:nvSpPr>
      <dsp:spPr>
        <a:xfrm>
          <a:off x="8378538" y="827210"/>
          <a:ext cx="709037" cy="70903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538071" y="827210"/>
        <a:ext cx="389971" cy="533550"/>
      </dsp:txXfrm>
    </dsp:sp>
    <dsp:sp modelId="{CA78C1A2-F383-45D7-8CED-478928532652}">
      <dsp:nvSpPr>
        <dsp:cNvPr id="0" name=""/>
        <dsp:cNvSpPr/>
      </dsp:nvSpPr>
      <dsp:spPr>
        <a:xfrm>
          <a:off x="9180382" y="2092568"/>
          <a:ext cx="709037" cy="70903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339915" y="2092568"/>
        <a:ext cx="389971" cy="533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871C9-66C7-4B92-9452-38C9436BCE00}">
      <dsp:nvSpPr>
        <dsp:cNvPr id="0" name=""/>
        <dsp:cNvSpPr/>
      </dsp:nvSpPr>
      <dsp:spPr>
        <a:xfrm>
          <a:off x="9079" y="192631"/>
          <a:ext cx="3593304" cy="1077991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102" tIns="133102" rIns="133102" bIns="13310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Year Representation: </a:t>
          </a:r>
        </a:p>
      </dsp:txBody>
      <dsp:txXfrm>
        <a:off x="332476" y="192631"/>
        <a:ext cx="2946510" cy="1077991"/>
      </dsp:txXfrm>
    </dsp:sp>
    <dsp:sp modelId="{31C3B238-40FB-465E-9B27-AA036D62B90E}">
      <dsp:nvSpPr>
        <dsp:cNvPr id="0" name=""/>
        <dsp:cNvSpPr/>
      </dsp:nvSpPr>
      <dsp:spPr>
        <a:xfrm>
          <a:off x="9079" y="1270623"/>
          <a:ext cx="3269907" cy="2172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95" tIns="258395" rIns="258395" bIns="51679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1st: 0 students (0.0%)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2nd: 11 students (14.5%)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3rd: 10 students (13.2%)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4th: 55 students (72.4%) </a:t>
          </a:r>
        </a:p>
      </dsp:txBody>
      <dsp:txXfrm>
        <a:off x="9079" y="1270623"/>
        <a:ext cx="3269907" cy="2172833"/>
      </dsp:txXfrm>
    </dsp:sp>
    <dsp:sp modelId="{93F9B0EE-3D0B-4ED3-ACE1-38DE000923DB}">
      <dsp:nvSpPr>
        <dsp:cNvPr id="0" name=""/>
        <dsp:cNvSpPr/>
      </dsp:nvSpPr>
      <dsp:spPr>
        <a:xfrm>
          <a:off x="3548980" y="192631"/>
          <a:ext cx="3593304" cy="1077991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102" tIns="133102" rIns="133102" bIns="13310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Opinion by  Year: </a:t>
          </a:r>
        </a:p>
      </dsp:txBody>
      <dsp:txXfrm>
        <a:off x="3872377" y="192631"/>
        <a:ext cx="2946510" cy="1077991"/>
      </dsp:txXfrm>
    </dsp:sp>
    <dsp:sp modelId="{E7B6E2F7-2D66-46CE-ACF4-B25F1CFF4874}">
      <dsp:nvSpPr>
        <dsp:cNvPr id="0" name=""/>
        <dsp:cNvSpPr/>
      </dsp:nvSpPr>
      <dsp:spPr>
        <a:xfrm>
          <a:off x="3548980" y="1270623"/>
          <a:ext cx="3269907" cy="2172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95" tIns="258395" rIns="258395" bIns="51679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2nd: 9.1% say  Yes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3rd: 20.0% say  Yes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4th: 27.3% say  Yes </a:t>
          </a:r>
        </a:p>
      </dsp:txBody>
      <dsp:txXfrm>
        <a:off x="3548980" y="1270623"/>
        <a:ext cx="3269907" cy="2172833"/>
      </dsp:txXfrm>
    </dsp:sp>
    <dsp:sp modelId="{37BA77D4-7449-4A90-9EC5-06808F085B54}">
      <dsp:nvSpPr>
        <dsp:cNvPr id="0" name=""/>
        <dsp:cNvSpPr/>
      </dsp:nvSpPr>
      <dsp:spPr>
        <a:xfrm>
          <a:off x="7088880" y="192631"/>
          <a:ext cx="3593304" cy="1077991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102" tIns="133102" rIns="133102" bIns="13310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Out of 76 UVA students: </a:t>
          </a:r>
        </a:p>
      </dsp:txBody>
      <dsp:txXfrm>
        <a:off x="7412277" y="192631"/>
        <a:ext cx="2946510" cy="1077991"/>
      </dsp:txXfrm>
    </dsp:sp>
    <dsp:sp modelId="{4416EBF6-0919-4244-847F-27E52A6E3227}">
      <dsp:nvSpPr>
        <dsp:cNvPr id="0" name=""/>
        <dsp:cNvSpPr/>
      </dsp:nvSpPr>
      <dsp:spPr>
        <a:xfrm>
          <a:off x="7088880" y="1270623"/>
          <a:ext cx="3269907" cy="2172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95" tIns="258395" rIns="258395" bIns="51679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18 say  YES (23.7%)  - hot dog IS a sandwich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58 say NO (76.3%) - hot dog IS NOT a sandwich</a:t>
          </a:r>
        </a:p>
      </dsp:txBody>
      <dsp:txXfrm>
        <a:off x="7088880" y="1270623"/>
        <a:ext cx="3269907" cy="21728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144F4-0FA4-4812-8616-B6312F729CEA}">
      <dsp:nvSpPr>
        <dsp:cNvPr id="0" name=""/>
        <dsp:cNvSpPr/>
      </dsp:nvSpPr>
      <dsp:spPr>
        <a:xfrm>
          <a:off x="0" y="2941490"/>
          <a:ext cx="6172199" cy="19299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However:</a:t>
          </a:r>
        </a:p>
      </dsp:txBody>
      <dsp:txXfrm>
        <a:off x="0" y="2941490"/>
        <a:ext cx="6172199" cy="1042165"/>
      </dsp:txXfrm>
    </dsp:sp>
    <dsp:sp modelId="{894A8A37-1155-43D8-82F8-2164C34D9BE6}">
      <dsp:nvSpPr>
        <dsp:cNvPr id="0" name=""/>
        <dsp:cNvSpPr/>
      </dsp:nvSpPr>
      <dsp:spPr>
        <a:xfrm>
          <a:off x="3013" y="3945057"/>
          <a:ext cx="2055390" cy="8877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Our data set lacked an even distribution of UVA undergrads</a:t>
          </a:r>
        </a:p>
      </dsp:txBody>
      <dsp:txXfrm>
        <a:off x="3013" y="3945057"/>
        <a:ext cx="2055390" cy="887770"/>
      </dsp:txXfrm>
    </dsp:sp>
    <dsp:sp modelId="{0CDE4DFE-01B8-4B94-A6FB-BA98286D66B8}">
      <dsp:nvSpPr>
        <dsp:cNvPr id="0" name=""/>
        <dsp:cNvSpPr/>
      </dsp:nvSpPr>
      <dsp:spPr>
        <a:xfrm>
          <a:off x="2058404" y="3945057"/>
          <a:ext cx="2055390" cy="8877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Contained 0 first-years</a:t>
          </a:r>
        </a:p>
      </dsp:txBody>
      <dsp:txXfrm>
        <a:off x="2058404" y="3945057"/>
        <a:ext cx="2055390" cy="887770"/>
      </dsp:txXfrm>
    </dsp:sp>
    <dsp:sp modelId="{1DBB2954-7CFA-4EC4-989E-E756EF5FD106}">
      <dsp:nvSpPr>
        <dsp:cNvPr id="0" name=""/>
        <dsp:cNvSpPr/>
      </dsp:nvSpPr>
      <dsp:spPr>
        <a:xfrm>
          <a:off x="4113795" y="3945057"/>
          <a:ext cx="2055390" cy="8877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Cannot conclude for the whole population</a:t>
          </a:r>
        </a:p>
      </dsp:txBody>
      <dsp:txXfrm>
        <a:off x="4113795" y="3945057"/>
        <a:ext cx="2055390" cy="887770"/>
      </dsp:txXfrm>
    </dsp:sp>
    <dsp:sp modelId="{40FB47CA-F7C9-43C4-ADEA-009F48DDDFF0}">
      <dsp:nvSpPr>
        <dsp:cNvPr id="0" name=""/>
        <dsp:cNvSpPr/>
      </dsp:nvSpPr>
      <dsp:spPr>
        <a:xfrm rot="10800000">
          <a:off x="0" y="2197"/>
          <a:ext cx="6172199" cy="296824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Based on just the results, most undergraduate students believe that a hotdog is not a sandwich</a:t>
          </a:r>
        </a:p>
      </dsp:txBody>
      <dsp:txXfrm rot="10800000">
        <a:off x="0" y="2197"/>
        <a:ext cx="6172199" cy="1928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4AC1B-3C36-4ED2-9F4F-307A0FECAD76}">
      <dsp:nvSpPr>
        <dsp:cNvPr id="0" name=""/>
        <dsp:cNvSpPr/>
      </dsp:nvSpPr>
      <dsp:spPr>
        <a:xfrm>
          <a:off x="647632" y="33040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1DCE3-EF1E-4E75-BFE8-9BF71F63F022}">
      <dsp:nvSpPr>
        <dsp:cNvPr id="0" name=""/>
        <dsp:cNvSpPr/>
      </dsp:nvSpPr>
      <dsp:spPr>
        <a:xfrm>
          <a:off x="647632" y="197034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Gather data from a wider sample of full time UVA students</a:t>
          </a:r>
        </a:p>
      </dsp:txBody>
      <dsp:txXfrm>
        <a:off x="647632" y="1970344"/>
        <a:ext cx="4320000" cy="648000"/>
      </dsp:txXfrm>
    </dsp:sp>
    <dsp:sp modelId="{C997CDF5-B9BD-4862-BC0C-686FDE4874D6}">
      <dsp:nvSpPr>
        <dsp:cNvPr id="0" name=""/>
        <dsp:cNvSpPr/>
      </dsp:nvSpPr>
      <dsp:spPr>
        <a:xfrm>
          <a:off x="647632" y="2677850"/>
          <a:ext cx="4320000" cy="627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Want data more representative of the true population</a:t>
          </a:r>
        </a:p>
      </dsp:txBody>
      <dsp:txXfrm>
        <a:off x="647632" y="2677850"/>
        <a:ext cx="4320000" cy="627829"/>
      </dsp:txXfrm>
    </dsp:sp>
    <dsp:sp modelId="{8A057EDD-51A8-48D6-9699-024FF2A4C680}">
      <dsp:nvSpPr>
        <dsp:cNvPr id="0" name=""/>
        <dsp:cNvSpPr/>
      </dsp:nvSpPr>
      <dsp:spPr>
        <a:xfrm>
          <a:off x="5723632" y="33040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A0840-EA58-4999-80AF-D9D320E4F7EE}">
      <dsp:nvSpPr>
        <dsp:cNvPr id="0" name=""/>
        <dsp:cNvSpPr/>
      </dsp:nvSpPr>
      <dsp:spPr>
        <a:xfrm>
          <a:off x="5723632" y="197034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Perform statistical tests to test correlation</a:t>
          </a:r>
        </a:p>
      </dsp:txBody>
      <dsp:txXfrm>
        <a:off x="5723632" y="1970344"/>
        <a:ext cx="4320000" cy="648000"/>
      </dsp:txXfrm>
    </dsp:sp>
    <dsp:sp modelId="{3740763A-FCBC-4DFD-973C-320E3572B627}">
      <dsp:nvSpPr>
        <dsp:cNvPr id="0" name=""/>
        <dsp:cNvSpPr/>
      </dsp:nvSpPr>
      <dsp:spPr>
        <a:xfrm>
          <a:off x="5723632" y="2677850"/>
          <a:ext cx="4320000" cy="627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40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5824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081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594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85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85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91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75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986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9141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42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98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 a Hot Dog a Sandwich?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2895" y="478212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Tiannah Griffith, Katie Lai, Dev Patel, Patrick Yin</a:t>
            </a:r>
            <a:endParaRPr lang="en-US"/>
          </a:p>
          <a:p>
            <a:br>
              <a:rPr lang="en-US" dirty="0"/>
            </a:br>
            <a:endParaRPr lang="en-US"/>
          </a:p>
        </p:txBody>
      </p:sp>
      <p:pic>
        <p:nvPicPr>
          <p:cNvPr id="4" name="Picture 3" descr="LA Bacon-Wrapped Hot Dogs">
            <a:extLst>
              <a:ext uri="{FF2B5EF4-FFF2-40B4-BE49-F238E27FC236}">
                <a16:creationId xmlns:a16="http://schemas.microsoft.com/office/drawing/2014/main" id="{8DBFFA07-FA5F-118F-0D31-C8C4424D3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816" y="1808583"/>
            <a:ext cx="3641559" cy="363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8CAB-7E28-6E0A-937C-05A58138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93C13-C0D5-C614-33FF-771ADD18F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>
                <a:latin typeface="Univers Condensed"/>
              </a:rPr>
              <a:t>We want to find an answer to this controversial debate. We want to determine students' position on this controversial debate on the classification of a hot dog as a sandwich. </a:t>
            </a:r>
          </a:p>
        </p:txBody>
      </p:sp>
    </p:spTree>
    <p:extLst>
      <p:ext uri="{BB962C8B-B14F-4D97-AF65-F5344CB8AC3E}">
        <p14:creationId xmlns:p14="http://schemas.microsoft.com/office/powerpoint/2010/main" val="212969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7038-6AAE-2CE0-51F6-9E7B9E76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9B0C0-4D89-ACF5-DC77-2CF6D517F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050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Univers Condensed"/>
                <a:cs typeface="Arial"/>
              </a:rPr>
              <a:t>Less than ½ of UVA full-time undergraduate students believe a hot dog is a sandwich</a:t>
            </a:r>
            <a:endParaRPr lang="en-US" sz="400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5615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99BF-C662-EAC0-68AE-526DDD19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FB065-59F3-03FE-B6D9-C38FBB3C6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9" y="3225573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400">
                <a:latin typeface="Univers Condensed"/>
              </a:rPr>
              <a:t>80 Entries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>
                <a:latin typeface="Univers Condensed"/>
              </a:rPr>
              <a:t>4 Columns: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400">
                <a:latin typeface="Univers Condensed"/>
              </a:rPr>
              <a:t>Timestamp – completion time 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400">
                <a:latin typeface="Univers Condensed"/>
                <a:ea typeface="+mn-lt"/>
                <a:cs typeface="+mn-lt"/>
              </a:rPr>
              <a:t>Are you a full-time undergraduate UVA student – binary answer </a:t>
            </a:r>
            <a:endParaRPr lang="en-US" sz="2400">
              <a:latin typeface="Univers Condensed"/>
            </a:endParaRP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400">
                <a:latin typeface="Univers Condensed"/>
                <a:ea typeface="+mn-lt"/>
                <a:cs typeface="+mn-lt"/>
              </a:rPr>
              <a:t>What year are you? - first, second, third, fourth </a:t>
            </a:r>
            <a:endParaRPr lang="en-US" sz="2400">
              <a:latin typeface="Univers Condensed"/>
            </a:endParaRP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400">
                <a:latin typeface="Univers Condensed"/>
                <a:ea typeface="+mn-lt"/>
                <a:cs typeface="+mn-lt"/>
              </a:rPr>
              <a:t>Do you believe a hotdog is a sandwich? - binary answer </a:t>
            </a:r>
            <a:endParaRPr lang="en-US" sz="2400">
              <a:latin typeface="Univers Condensed"/>
            </a:endParaRPr>
          </a:p>
          <a:p>
            <a:pPr lvl="1">
              <a:buFont typeface="Calibri" panose="020B0604020202020204" pitchFamily="34" charset="0"/>
              <a:buChar char="-"/>
            </a:pPr>
            <a:endParaRPr lang="en-US"/>
          </a:p>
          <a:p>
            <a:pPr lvl="1">
              <a:buFont typeface="Calibri" panose="020B0604020202020204" pitchFamily="34" charset="0"/>
              <a:buChar char="-"/>
            </a:pPr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0BF1D7-482C-1501-BBEE-A4319BC17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863" y="1084121"/>
            <a:ext cx="5905200" cy="23436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DF01D5-4CF4-AEC9-04C5-E04E4155B0A4}"/>
              </a:ext>
            </a:extLst>
          </p:cNvPr>
          <p:cNvSpPr txBox="1"/>
          <p:nvPr/>
        </p:nvSpPr>
        <p:spPr>
          <a:xfrm>
            <a:off x="1682216" y="1717568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Univers Condensed"/>
              </a:rPr>
              <a:t>A google form survey sent to UVA students. Results are shown on a google sheet file  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04FC1D9C-DF67-1921-9FC8-F87DEA31E34A}"/>
              </a:ext>
            </a:extLst>
          </p:cNvPr>
          <p:cNvSpPr/>
          <p:nvPr/>
        </p:nvSpPr>
        <p:spPr>
          <a:xfrm>
            <a:off x="4475163" y="2043281"/>
            <a:ext cx="689450" cy="325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05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56EC-6DD3-62E0-CB5B-34952C69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r>
              <a:rPr lang="en-US"/>
              <a:t>Analysis Plan</a:t>
            </a:r>
          </a:p>
        </p:txBody>
      </p:sp>
      <p:sp>
        <p:nvSpPr>
          <p:cNvPr id="31" name="Date Placeholder 4">
            <a:extLst>
              <a:ext uri="{FF2B5EF4-FFF2-40B4-BE49-F238E27FC236}">
                <a16:creationId xmlns:a16="http://schemas.microsoft.com/office/drawing/2014/main" id="{CB59EDD3-A4B6-E8FF-6017-39F9F7F5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86A6E6-4B0F-40F8-A7F7-415334E8C023}" type="datetime1">
              <a:rPr lang="en-US"/>
              <a:pPr>
                <a:spcAft>
                  <a:spcPts val="600"/>
                </a:spcAft>
              </a:pPr>
              <a:t>1/23/2026</a:t>
            </a:fld>
            <a:endParaRPr lang="en-US"/>
          </a:p>
        </p:txBody>
      </p:sp>
      <p:sp>
        <p:nvSpPr>
          <p:cNvPr id="32" name="Footer Placeholder 5">
            <a:extLst>
              <a:ext uri="{FF2B5EF4-FFF2-40B4-BE49-F238E27FC236}">
                <a16:creationId xmlns:a16="http://schemas.microsoft.com/office/drawing/2014/main" id="{8B3BAC5A-66F8-F2A3-FB8A-5CFDD9A9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33" name="Slide Number Placeholder 6">
            <a:extLst>
              <a:ext uri="{FF2B5EF4-FFF2-40B4-BE49-F238E27FC236}">
                <a16:creationId xmlns:a16="http://schemas.microsoft.com/office/drawing/2014/main" id="{21C1134F-611E-397F-C368-BD25DD85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76D60B24-02E4-2582-3D6F-1D546D889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398368"/>
              </p:ext>
            </p:extLst>
          </p:nvPr>
        </p:nvGraphicFramePr>
        <p:xfrm>
          <a:off x="700635" y="2044473"/>
          <a:ext cx="10691265" cy="3636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433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D77E-0C8A-7E2B-9333-4DAC51BE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57" y="398745"/>
            <a:ext cx="4103431" cy="1317523"/>
          </a:xfrm>
        </p:spPr>
        <p:txBody>
          <a:bodyPr anchor="b">
            <a:normAutofit/>
          </a:bodyPr>
          <a:lstStyle/>
          <a:p>
            <a:r>
              <a:rPr lang="en-US"/>
              <a:t>Results/Findings</a:t>
            </a:r>
          </a:p>
        </p:txBody>
      </p:sp>
      <p:pic>
        <p:nvPicPr>
          <p:cNvPr id="4" name="Content Placeholder 3" descr="A graph with green rectangular bars&#10;&#10;AI-generated content may be incorrect.">
            <a:extLst>
              <a:ext uri="{FF2B5EF4-FFF2-40B4-BE49-F238E27FC236}">
                <a16:creationId xmlns:a16="http://schemas.microsoft.com/office/drawing/2014/main" id="{117290A4-C0AD-8966-9674-62CD4EE9CC8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600748" y="2225854"/>
            <a:ext cx="11349622" cy="2904118"/>
          </a:xfrm>
          <a:prstGeom prst="rect">
            <a:avLst/>
          </a:prstGeom>
          <a:noFill/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B8780333-606C-1B94-1FEF-915A2510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8F5ECA7-0836-43FF-8DBB-E2602F09255A}" type="datetime1">
              <a:pPr>
                <a:spcAft>
                  <a:spcPts val="600"/>
                </a:spcAft>
              </a:pPr>
              <a:t>1/23/2026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45CD3EFC-1C10-40C6-C362-3198C6341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44EC8E98-BEB2-5D8E-552A-53C1F6F9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C884-8428-B53C-98F7-AA56F9DB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r>
              <a:rPr lang="en-US" dirty="0"/>
              <a:t>Distribution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1C441-0169-D6CD-DED3-EE79CE6C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BE8105B-0C84-4E21-8F1E-44973922F78D}" type="datetime1">
              <a:pPr>
                <a:spcAft>
                  <a:spcPts val="600"/>
                </a:spcAft>
              </a:pPr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ACB55-0254-D8A3-9794-AC70BEE0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29887-3260-D357-CD07-78022DBE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16" name="Picture Placeholder 2">
            <a:extLst>
              <a:ext uri="{FF2B5EF4-FFF2-40B4-BE49-F238E27FC236}">
                <a16:creationId xmlns:a16="http://schemas.microsoft.com/office/drawing/2014/main" id="{494B0078-792E-04CB-5495-D532A0D175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417398"/>
              </p:ext>
            </p:extLst>
          </p:nvPr>
        </p:nvGraphicFramePr>
        <p:xfrm>
          <a:off x="700635" y="2293126"/>
          <a:ext cx="10691265" cy="3636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6AFB0-CC54-2254-8473-8CB8C6C5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31" y="2817007"/>
            <a:ext cx="4093599" cy="1223452"/>
          </a:xfrm>
        </p:spPr>
        <p:txBody>
          <a:bodyPr anchor="b">
            <a:noAutofit/>
          </a:bodyPr>
          <a:lstStyle/>
          <a:p>
            <a:r>
              <a:rPr lang="en-US" sz="4000" dirty="0"/>
              <a:t>Evaluation of success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11A37-6CAD-62E0-76DB-1FD48D8D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EFAB96-D1CD-47C5-B646-5AE504EC9B91}" type="datetime1">
              <a:pPr>
                <a:spcAft>
                  <a:spcPts val="600"/>
                </a:spcAft>
              </a:pPr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1BAC4-7084-AD3F-C818-14B20CADA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4A2E-FBE9-80BA-523C-F1F041FE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0416F76-57CB-BFF4-297F-C32B1BF75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538086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9419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2B63-6256-C559-2136-66C63573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FD0EDF2-5CD3-F783-BA73-852F755A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5FD2ECA-5A6D-419B-B7C8-C9C707299B3E}" type="datetime1">
              <a:pPr>
                <a:spcAft>
                  <a:spcPts val="600"/>
                </a:spcAft>
              </a:pPr>
              <a:t>1/23/2026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A0F043B-2CAA-6513-0F95-58D7719F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FA2467B-44D0-0364-4D2F-BA98690C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3FF88F-B8A9-304E-484A-27F67BE1B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7734096"/>
              </p:ext>
            </p:extLst>
          </p:nvPr>
        </p:nvGraphicFramePr>
        <p:xfrm>
          <a:off x="700635" y="2293126"/>
          <a:ext cx="10691265" cy="3636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86656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ChronicleVTI</vt:lpstr>
      <vt:lpstr>Is a Hot Dog a Sandwich?</vt:lpstr>
      <vt:lpstr>Motivation</vt:lpstr>
      <vt:lpstr>Hypothesis</vt:lpstr>
      <vt:lpstr>Data</vt:lpstr>
      <vt:lpstr>Analysis Plan</vt:lpstr>
      <vt:lpstr>Results/Findings</vt:lpstr>
      <vt:lpstr>Distribution</vt:lpstr>
      <vt:lpstr>Evaluation of success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302</cp:revision>
  <dcterms:created xsi:type="dcterms:W3CDTF">2026-01-23T16:04:56Z</dcterms:created>
  <dcterms:modified xsi:type="dcterms:W3CDTF">2026-01-23T16:31:51Z</dcterms:modified>
</cp:coreProperties>
</file>